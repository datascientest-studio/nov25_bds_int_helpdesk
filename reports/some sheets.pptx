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0" r:id="rId2"/>
    <p:sldId id="256" r:id="rId3"/>
    <p:sldId id="257" r:id="rId4"/>
    <p:sldId id="258" r:id="rId5"/>
    <p:sldId id="259" r:id="rId6"/>
    <p:sldId id="261" r:id="rId7"/>
    <p:sldId id="262" r:id="rId8"/>
    <p:sldId id="263" r:id="rId9"/>
    <p:sldId id="264" r:id="rId10"/>
    <p:sldId id="265" r:id="rId11"/>
    <p:sldId id="268" r:id="rId12"/>
    <p:sldId id="266" r:id="rId13"/>
    <p:sldId id="267"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32" y="10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E93A9D-6EB0-47BA-BFB1-B0C75A8892AF}" type="datetimeFigureOut">
              <a:rPr lang="en-GB" smtClean="0"/>
              <a:t>18/01/2026</a:t>
            </a:fld>
            <a:endParaRPr lang="en-GB"/>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133222-8EE5-4C25-B6E6-E29F544647C8}" type="slidenum">
              <a:rPr lang="en-GB" smtClean="0"/>
              <a:t>‹#›</a:t>
            </a:fld>
            <a:endParaRPr lang="en-GB"/>
          </a:p>
        </p:txBody>
      </p:sp>
    </p:spTree>
    <p:extLst>
      <p:ext uri="{BB962C8B-B14F-4D97-AF65-F5344CB8AC3E}">
        <p14:creationId xmlns:p14="http://schemas.microsoft.com/office/powerpoint/2010/main" val="2147575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E6F996-C43E-6AC4-48BF-4D1FF4AD1EE1}"/>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GB"/>
          </a:p>
        </p:txBody>
      </p:sp>
      <p:sp>
        <p:nvSpPr>
          <p:cNvPr id="3" name="Untertitel 2">
            <a:extLst>
              <a:ext uri="{FF2B5EF4-FFF2-40B4-BE49-F238E27FC236}">
                <a16:creationId xmlns:a16="http://schemas.microsoft.com/office/drawing/2014/main" id="{9717840E-3EC8-663C-F7C7-3D5D3EC6F1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GB"/>
          </a:p>
        </p:txBody>
      </p:sp>
      <p:sp>
        <p:nvSpPr>
          <p:cNvPr id="4" name="Datumsplatzhalter 3">
            <a:extLst>
              <a:ext uri="{FF2B5EF4-FFF2-40B4-BE49-F238E27FC236}">
                <a16:creationId xmlns:a16="http://schemas.microsoft.com/office/drawing/2014/main" id="{49AE088B-744F-5D6A-E755-7CE46143ADA6}"/>
              </a:ext>
            </a:extLst>
          </p:cNvPr>
          <p:cNvSpPr>
            <a:spLocks noGrp="1"/>
          </p:cNvSpPr>
          <p:nvPr>
            <p:ph type="dt" sz="half" idx="10"/>
          </p:nvPr>
        </p:nvSpPr>
        <p:spPr/>
        <p:txBody>
          <a:bodyPr/>
          <a:lstStyle/>
          <a:p>
            <a:fld id="{1F7A0310-C45C-4684-8AAC-A469D8629F6E}" type="datetime1">
              <a:rPr lang="en-GB" smtClean="0"/>
              <a:t>18/01/2026</a:t>
            </a:fld>
            <a:endParaRPr lang="en-GB"/>
          </a:p>
        </p:txBody>
      </p:sp>
      <p:sp>
        <p:nvSpPr>
          <p:cNvPr id="5" name="Fußzeilenplatzhalter 4">
            <a:extLst>
              <a:ext uri="{FF2B5EF4-FFF2-40B4-BE49-F238E27FC236}">
                <a16:creationId xmlns:a16="http://schemas.microsoft.com/office/drawing/2014/main" id="{035118BD-7606-8976-D177-9413C253AC42}"/>
              </a:ext>
            </a:extLst>
          </p:cNvPr>
          <p:cNvSpPr>
            <a:spLocks noGrp="1"/>
          </p:cNvSpPr>
          <p:nvPr>
            <p:ph type="ftr" sz="quarter" idx="11"/>
          </p:nvPr>
        </p:nvSpPr>
        <p:spPr/>
        <p:txBody>
          <a:bodyPr/>
          <a:lstStyle/>
          <a:p>
            <a:r>
              <a:rPr lang="en-GB"/>
              <a:t>=</a:t>
            </a:r>
          </a:p>
        </p:txBody>
      </p:sp>
      <p:sp>
        <p:nvSpPr>
          <p:cNvPr id="6" name="Foliennummernplatzhalter 5">
            <a:extLst>
              <a:ext uri="{FF2B5EF4-FFF2-40B4-BE49-F238E27FC236}">
                <a16:creationId xmlns:a16="http://schemas.microsoft.com/office/drawing/2014/main" id="{5536CAD2-1C32-4817-F96A-6B136D996370}"/>
              </a:ext>
            </a:extLst>
          </p:cNvPr>
          <p:cNvSpPr>
            <a:spLocks noGrp="1"/>
          </p:cNvSpPr>
          <p:nvPr>
            <p:ph type="sldNum" sz="quarter" idx="12"/>
          </p:nvPr>
        </p:nvSpPr>
        <p:spPr/>
        <p:txBody>
          <a:bodyPr/>
          <a:lstStyle/>
          <a:p>
            <a:fld id="{6DED5E57-D273-4B8D-B4BF-9D93A9F3F1BA}" type="slidenum">
              <a:rPr lang="en-GB" smtClean="0"/>
              <a:t>‹#›</a:t>
            </a:fld>
            <a:endParaRPr lang="en-GB"/>
          </a:p>
        </p:txBody>
      </p:sp>
    </p:spTree>
    <p:extLst>
      <p:ext uri="{BB962C8B-B14F-4D97-AF65-F5344CB8AC3E}">
        <p14:creationId xmlns:p14="http://schemas.microsoft.com/office/powerpoint/2010/main" val="3717753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47B045-9D06-03CE-4EF7-4BAE9B3376E4}"/>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A46C74D4-A2E4-47C7-FFAC-1CD8CCA81A49}"/>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8D844CBA-F765-BE9E-FE67-286928735887}"/>
              </a:ext>
            </a:extLst>
          </p:cNvPr>
          <p:cNvSpPr>
            <a:spLocks noGrp="1"/>
          </p:cNvSpPr>
          <p:nvPr>
            <p:ph type="dt" sz="half" idx="10"/>
          </p:nvPr>
        </p:nvSpPr>
        <p:spPr/>
        <p:txBody>
          <a:bodyPr/>
          <a:lstStyle/>
          <a:p>
            <a:fld id="{1F6278E1-C202-4883-BC58-7C3CE0D8D993}" type="datetime1">
              <a:rPr lang="en-GB" smtClean="0"/>
              <a:t>18/01/2026</a:t>
            </a:fld>
            <a:endParaRPr lang="en-GB"/>
          </a:p>
        </p:txBody>
      </p:sp>
      <p:sp>
        <p:nvSpPr>
          <p:cNvPr id="5" name="Fußzeilenplatzhalter 4">
            <a:extLst>
              <a:ext uri="{FF2B5EF4-FFF2-40B4-BE49-F238E27FC236}">
                <a16:creationId xmlns:a16="http://schemas.microsoft.com/office/drawing/2014/main" id="{506A52FF-FB1A-F83E-9FDC-3B7ABB1C9AEC}"/>
              </a:ext>
            </a:extLst>
          </p:cNvPr>
          <p:cNvSpPr>
            <a:spLocks noGrp="1"/>
          </p:cNvSpPr>
          <p:nvPr>
            <p:ph type="ftr" sz="quarter" idx="11"/>
          </p:nvPr>
        </p:nvSpPr>
        <p:spPr/>
        <p:txBody>
          <a:bodyPr/>
          <a:lstStyle/>
          <a:p>
            <a:r>
              <a:rPr lang="en-GB"/>
              <a:t>=</a:t>
            </a:r>
          </a:p>
        </p:txBody>
      </p:sp>
      <p:sp>
        <p:nvSpPr>
          <p:cNvPr id="6" name="Foliennummernplatzhalter 5">
            <a:extLst>
              <a:ext uri="{FF2B5EF4-FFF2-40B4-BE49-F238E27FC236}">
                <a16:creationId xmlns:a16="http://schemas.microsoft.com/office/drawing/2014/main" id="{3D1E08C7-9F4A-C877-8D65-EA21EAA4F240}"/>
              </a:ext>
            </a:extLst>
          </p:cNvPr>
          <p:cNvSpPr>
            <a:spLocks noGrp="1"/>
          </p:cNvSpPr>
          <p:nvPr>
            <p:ph type="sldNum" sz="quarter" idx="12"/>
          </p:nvPr>
        </p:nvSpPr>
        <p:spPr/>
        <p:txBody>
          <a:bodyPr/>
          <a:lstStyle/>
          <a:p>
            <a:fld id="{6DED5E57-D273-4B8D-B4BF-9D93A9F3F1BA}" type="slidenum">
              <a:rPr lang="en-GB" smtClean="0"/>
              <a:t>‹#›</a:t>
            </a:fld>
            <a:endParaRPr lang="en-GB"/>
          </a:p>
        </p:txBody>
      </p:sp>
    </p:spTree>
    <p:extLst>
      <p:ext uri="{BB962C8B-B14F-4D97-AF65-F5344CB8AC3E}">
        <p14:creationId xmlns:p14="http://schemas.microsoft.com/office/powerpoint/2010/main" val="346684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B222DB-499E-E75C-FC19-2A3B38BA1730}"/>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GB"/>
          </a:p>
        </p:txBody>
      </p:sp>
      <p:sp>
        <p:nvSpPr>
          <p:cNvPr id="3" name="Textplatzhalter 2">
            <a:extLst>
              <a:ext uri="{FF2B5EF4-FFF2-40B4-BE49-F238E27FC236}">
                <a16:creationId xmlns:a16="http://schemas.microsoft.com/office/drawing/2014/main" id="{C19E6398-0C7E-898A-1C2B-CEBED656BA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B5EE507E-C724-910C-B5CB-84FEC0B99956}"/>
              </a:ext>
            </a:extLst>
          </p:cNvPr>
          <p:cNvSpPr>
            <a:spLocks noGrp="1"/>
          </p:cNvSpPr>
          <p:nvPr>
            <p:ph type="dt" sz="half" idx="10"/>
          </p:nvPr>
        </p:nvSpPr>
        <p:spPr/>
        <p:txBody>
          <a:bodyPr/>
          <a:lstStyle/>
          <a:p>
            <a:fld id="{3067871D-1575-4B2A-92CF-FDD91B4AC746}" type="datetime1">
              <a:rPr lang="en-GB" smtClean="0"/>
              <a:t>18/01/2026</a:t>
            </a:fld>
            <a:endParaRPr lang="en-GB"/>
          </a:p>
        </p:txBody>
      </p:sp>
      <p:sp>
        <p:nvSpPr>
          <p:cNvPr id="5" name="Fußzeilenplatzhalter 4">
            <a:extLst>
              <a:ext uri="{FF2B5EF4-FFF2-40B4-BE49-F238E27FC236}">
                <a16:creationId xmlns:a16="http://schemas.microsoft.com/office/drawing/2014/main" id="{310CCFA8-D82B-EA1B-3349-EBC565AA6750}"/>
              </a:ext>
            </a:extLst>
          </p:cNvPr>
          <p:cNvSpPr>
            <a:spLocks noGrp="1"/>
          </p:cNvSpPr>
          <p:nvPr>
            <p:ph type="ftr" sz="quarter" idx="11"/>
          </p:nvPr>
        </p:nvSpPr>
        <p:spPr/>
        <p:txBody>
          <a:bodyPr/>
          <a:lstStyle/>
          <a:p>
            <a:r>
              <a:rPr lang="en-GB"/>
              <a:t>=</a:t>
            </a:r>
          </a:p>
        </p:txBody>
      </p:sp>
      <p:sp>
        <p:nvSpPr>
          <p:cNvPr id="6" name="Foliennummernplatzhalter 5">
            <a:extLst>
              <a:ext uri="{FF2B5EF4-FFF2-40B4-BE49-F238E27FC236}">
                <a16:creationId xmlns:a16="http://schemas.microsoft.com/office/drawing/2014/main" id="{9721D2E9-E7BE-66D0-E0C8-B4F6975E465D}"/>
              </a:ext>
            </a:extLst>
          </p:cNvPr>
          <p:cNvSpPr>
            <a:spLocks noGrp="1"/>
          </p:cNvSpPr>
          <p:nvPr>
            <p:ph type="sldNum" sz="quarter" idx="12"/>
          </p:nvPr>
        </p:nvSpPr>
        <p:spPr/>
        <p:txBody>
          <a:bodyPr/>
          <a:lstStyle/>
          <a:p>
            <a:fld id="{6DED5E57-D273-4B8D-B4BF-9D93A9F3F1BA}" type="slidenum">
              <a:rPr lang="en-GB" smtClean="0"/>
              <a:t>‹#›</a:t>
            </a:fld>
            <a:endParaRPr lang="en-GB"/>
          </a:p>
        </p:txBody>
      </p:sp>
    </p:spTree>
    <p:extLst>
      <p:ext uri="{BB962C8B-B14F-4D97-AF65-F5344CB8AC3E}">
        <p14:creationId xmlns:p14="http://schemas.microsoft.com/office/powerpoint/2010/main" val="549744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1F55A7-3F3C-17D0-AC9A-100CAC63D2EE}"/>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8D75BB0F-951C-B026-53D0-BB473F8AB4C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Inhaltsplatzhalter 3">
            <a:extLst>
              <a:ext uri="{FF2B5EF4-FFF2-40B4-BE49-F238E27FC236}">
                <a16:creationId xmlns:a16="http://schemas.microsoft.com/office/drawing/2014/main" id="{75178FBE-69D5-9B94-61D9-18B5CB875C8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Datumsplatzhalter 4">
            <a:extLst>
              <a:ext uri="{FF2B5EF4-FFF2-40B4-BE49-F238E27FC236}">
                <a16:creationId xmlns:a16="http://schemas.microsoft.com/office/drawing/2014/main" id="{7D72D292-5CA2-A3C8-6AE0-7A3D2F46A06A}"/>
              </a:ext>
            </a:extLst>
          </p:cNvPr>
          <p:cNvSpPr>
            <a:spLocks noGrp="1"/>
          </p:cNvSpPr>
          <p:nvPr>
            <p:ph type="dt" sz="half" idx="10"/>
          </p:nvPr>
        </p:nvSpPr>
        <p:spPr/>
        <p:txBody>
          <a:bodyPr/>
          <a:lstStyle/>
          <a:p>
            <a:fld id="{65556916-3023-430D-A881-DCF6B1FACAF7}" type="datetime1">
              <a:rPr lang="en-GB" smtClean="0"/>
              <a:t>18/01/2026</a:t>
            </a:fld>
            <a:endParaRPr lang="en-GB"/>
          </a:p>
        </p:txBody>
      </p:sp>
      <p:sp>
        <p:nvSpPr>
          <p:cNvPr id="6" name="Fußzeilenplatzhalter 5">
            <a:extLst>
              <a:ext uri="{FF2B5EF4-FFF2-40B4-BE49-F238E27FC236}">
                <a16:creationId xmlns:a16="http://schemas.microsoft.com/office/drawing/2014/main" id="{C00DFA01-4ED4-3B9D-651A-8BA21357C664}"/>
              </a:ext>
            </a:extLst>
          </p:cNvPr>
          <p:cNvSpPr>
            <a:spLocks noGrp="1"/>
          </p:cNvSpPr>
          <p:nvPr>
            <p:ph type="ftr" sz="quarter" idx="11"/>
          </p:nvPr>
        </p:nvSpPr>
        <p:spPr/>
        <p:txBody>
          <a:bodyPr/>
          <a:lstStyle/>
          <a:p>
            <a:r>
              <a:rPr lang="en-GB"/>
              <a:t>=</a:t>
            </a:r>
          </a:p>
        </p:txBody>
      </p:sp>
      <p:sp>
        <p:nvSpPr>
          <p:cNvPr id="7" name="Foliennummernplatzhalter 6">
            <a:extLst>
              <a:ext uri="{FF2B5EF4-FFF2-40B4-BE49-F238E27FC236}">
                <a16:creationId xmlns:a16="http://schemas.microsoft.com/office/drawing/2014/main" id="{8BC35E4E-8F1E-1144-78FB-EC2E786DD254}"/>
              </a:ext>
            </a:extLst>
          </p:cNvPr>
          <p:cNvSpPr>
            <a:spLocks noGrp="1"/>
          </p:cNvSpPr>
          <p:nvPr>
            <p:ph type="sldNum" sz="quarter" idx="12"/>
          </p:nvPr>
        </p:nvSpPr>
        <p:spPr/>
        <p:txBody>
          <a:bodyPr/>
          <a:lstStyle/>
          <a:p>
            <a:fld id="{6DED5E57-D273-4B8D-B4BF-9D93A9F3F1BA}" type="slidenum">
              <a:rPr lang="en-GB" smtClean="0"/>
              <a:t>‹#›</a:t>
            </a:fld>
            <a:endParaRPr lang="en-GB"/>
          </a:p>
        </p:txBody>
      </p:sp>
    </p:spTree>
    <p:extLst>
      <p:ext uri="{BB962C8B-B14F-4D97-AF65-F5344CB8AC3E}">
        <p14:creationId xmlns:p14="http://schemas.microsoft.com/office/powerpoint/2010/main" val="3262516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C237D6-04AE-A23C-6FE4-47E8A12D8F21}"/>
              </a:ext>
            </a:extLst>
          </p:cNvPr>
          <p:cNvSpPr>
            <a:spLocks noGrp="1"/>
          </p:cNvSpPr>
          <p:nvPr>
            <p:ph type="title"/>
          </p:nvPr>
        </p:nvSpPr>
        <p:spPr>
          <a:xfrm>
            <a:off x="839788" y="365125"/>
            <a:ext cx="10515600" cy="1325563"/>
          </a:xfrm>
        </p:spPr>
        <p:txBody>
          <a:bodyPr/>
          <a:lstStyle/>
          <a:p>
            <a:r>
              <a:rPr lang="de-DE"/>
              <a:t>Mastertitelformat bearbeiten</a:t>
            </a:r>
            <a:endParaRPr lang="en-GB"/>
          </a:p>
        </p:txBody>
      </p:sp>
      <p:sp>
        <p:nvSpPr>
          <p:cNvPr id="3" name="Textplatzhalter 2">
            <a:extLst>
              <a:ext uri="{FF2B5EF4-FFF2-40B4-BE49-F238E27FC236}">
                <a16:creationId xmlns:a16="http://schemas.microsoft.com/office/drawing/2014/main" id="{DB0D791D-CB1F-9C76-0BD2-B8E12CDD87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A3350830-4F25-4EDE-B5A2-637FD105235A}"/>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Textplatzhalter 4">
            <a:extLst>
              <a:ext uri="{FF2B5EF4-FFF2-40B4-BE49-F238E27FC236}">
                <a16:creationId xmlns:a16="http://schemas.microsoft.com/office/drawing/2014/main" id="{C8C89C0B-1826-10D8-1C3C-DF2167E353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F824B03B-AA45-BC40-8CD3-B918D692280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7" name="Datumsplatzhalter 6">
            <a:extLst>
              <a:ext uri="{FF2B5EF4-FFF2-40B4-BE49-F238E27FC236}">
                <a16:creationId xmlns:a16="http://schemas.microsoft.com/office/drawing/2014/main" id="{B12B3682-5AD1-6360-F838-FB9AB226260E}"/>
              </a:ext>
            </a:extLst>
          </p:cNvPr>
          <p:cNvSpPr>
            <a:spLocks noGrp="1"/>
          </p:cNvSpPr>
          <p:nvPr>
            <p:ph type="dt" sz="half" idx="10"/>
          </p:nvPr>
        </p:nvSpPr>
        <p:spPr/>
        <p:txBody>
          <a:bodyPr/>
          <a:lstStyle/>
          <a:p>
            <a:fld id="{67DEC10D-BDFC-4186-9BF9-D4EF7F59F901}" type="datetime1">
              <a:rPr lang="en-GB" smtClean="0"/>
              <a:t>18/01/2026</a:t>
            </a:fld>
            <a:endParaRPr lang="en-GB"/>
          </a:p>
        </p:txBody>
      </p:sp>
      <p:sp>
        <p:nvSpPr>
          <p:cNvPr id="8" name="Fußzeilenplatzhalter 7">
            <a:extLst>
              <a:ext uri="{FF2B5EF4-FFF2-40B4-BE49-F238E27FC236}">
                <a16:creationId xmlns:a16="http://schemas.microsoft.com/office/drawing/2014/main" id="{09175765-4DB9-ACD6-E1ED-7CD5F169EE3D}"/>
              </a:ext>
            </a:extLst>
          </p:cNvPr>
          <p:cNvSpPr>
            <a:spLocks noGrp="1"/>
          </p:cNvSpPr>
          <p:nvPr>
            <p:ph type="ftr" sz="quarter" idx="11"/>
          </p:nvPr>
        </p:nvSpPr>
        <p:spPr/>
        <p:txBody>
          <a:bodyPr/>
          <a:lstStyle/>
          <a:p>
            <a:r>
              <a:rPr lang="en-GB"/>
              <a:t>=</a:t>
            </a:r>
          </a:p>
        </p:txBody>
      </p:sp>
      <p:sp>
        <p:nvSpPr>
          <p:cNvPr id="9" name="Foliennummernplatzhalter 8">
            <a:extLst>
              <a:ext uri="{FF2B5EF4-FFF2-40B4-BE49-F238E27FC236}">
                <a16:creationId xmlns:a16="http://schemas.microsoft.com/office/drawing/2014/main" id="{6ADC8DF1-A81B-D8E5-6537-EAE0A6193EA1}"/>
              </a:ext>
            </a:extLst>
          </p:cNvPr>
          <p:cNvSpPr>
            <a:spLocks noGrp="1"/>
          </p:cNvSpPr>
          <p:nvPr>
            <p:ph type="sldNum" sz="quarter" idx="12"/>
          </p:nvPr>
        </p:nvSpPr>
        <p:spPr/>
        <p:txBody>
          <a:bodyPr/>
          <a:lstStyle/>
          <a:p>
            <a:fld id="{6DED5E57-D273-4B8D-B4BF-9D93A9F3F1BA}" type="slidenum">
              <a:rPr lang="en-GB" smtClean="0"/>
              <a:t>‹#›</a:t>
            </a:fld>
            <a:endParaRPr lang="en-GB"/>
          </a:p>
        </p:txBody>
      </p:sp>
    </p:spTree>
    <p:extLst>
      <p:ext uri="{BB962C8B-B14F-4D97-AF65-F5344CB8AC3E}">
        <p14:creationId xmlns:p14="http://schemas.microsoft.com/office/powerpoint/2010/main" val="2271590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89FB20-344C-2CE5-1EDA-035236B717C6}"/>
              </a:ext>
            </a:extLst>
          </p:cNvPr>
          <p:cNvSpPr>
            <a:spLocks noGrp="1"/>
          </p:cNvSpPr>
          <p:nvPr>
            <p:ph type="title"/>
          </p:nvPr>
        </p:nvSpPr>
        <p:spPr/>
        <p:txBody>
          <a:bodyPr/>
          <a:lstStyle/>
          <a:p>
            <a:r>
              <a:rPr lang="de-DE"/>
              <a:t>Mastertitelformat bearbeiten</a:t>
            </a:r>
            <a:endParaRPr lang="en-GB"/>
          </a:p>
        </p:txBody>
      </p:sp>
      <p:sp>
        <p:nvSpPr>
          <p:cNvPr id="3" name="Datumsplatzhalter 2">
            <a:extLst>
              <a:ext uri="{FF2B5EF4-FFF2-40B4-BE49-F238E27FC236}">
                <a16:creationId xmlns:a16="http://schemas.microsoft.com/office/drawing/2014/main" id="{E5123198-59F1-808A-D1F7-90E58E12F816}"/>
              </a:ext>
            </a:extLst>
          </p:cNvPr>
          <p:cNvSpPr>
            <a:spLocks noGrp="1"/>
          </p:cNvSpPr>
          <p:nvPr>
            <p:ph type="dt" sz="half" idx="10"/>
          </p:nvPr>
        </p:nvSpPr>
        <p:spPr/>
        <p:txBody>
          <a:bodyPr/>
          <a:lstStyle/>
          <a:p>
            <a:fld id="{6B85B712-02B9-421F-8840-5262CA96E986}" type="datetime1">
              <a:rPr lang="en-GB" smtClean="0"/>
              <a:t>18/01/2026</a:t>
            </a:fld>
            <a:endParaRPr lang="en-GB"/>
          </a:p>
        </p:txBody>
      </p:sp>
      <p:sp>
        <p:nvSpPr>
          <p:cNvPr id="4" name="Fußzeilenplatzhalter 3">
            <a:extLst>
              <a:ext uri="{FF2B5EF4-FFF2-40B4-BE49-F238E27FC236}">
                <a16:creationId xmlns:a16="http://schemas.microsoft.com/office/drawing/2014/main" id="{BC3D9FE2-CBCE-E81A-1A58-F1EFBCE905B1}"/>
              </a:ext>
            </a:extLst>
          </p:cNvPr>
          <p:cNvSpPr>
            <a:spLocks noGrp="1"/>
          </p:cNvSpPr>
          <p:nvPr>
            <p:ph type="ftr" sz="quarter" idx="11"/>
          </p:nvPr>
        </p:nvSpPr>
        <p:spPr/>
        <p:txBody>
          <a:bodyPr/>
          <a:lstStyle/>
          <a:p>
            <a:r>
              <a:rPr lang="en-GB"/>
              <a:t>=</a:t>
            </a:r>
          </a:p>
        </p:txBody>
      </p:sp>
      <p:sp>
        <p:nvSpPr>
          <p:cNvPr id="5" name="Foliennummernplatzhalter 4">
            <a:extLst>
              <a:ext uri="{FF2B5EF4-FFF2-40B4-BE49-F238E27FC236}">
                <a16:creationId xmlns:a16="http://schemas.microsoft.com/office/drawing/2014/main" id="{B6FB0C89-6F06-1A25-E520-A8B717951091}"/>
              </a:ext>
            </a:extLst>
          </p:cNvPr>
          <p:cNvSpPr>
            <a:spLocks noGrp="1"/>
          </p:cNvSpPr>
          <p:nvPr>
            <p:ph type="sldNum" sz="quarter" idx="12"/>
          </p:nvPr>
        </p:nvSpPr>
        <p:spPr/>
        <p:txBody>
          <a:bodyPr/>
          <a:lstStyle/>
          <a:p>
            <a:fld id="{6DED5E57-D273-4B8D-B4BF-9D93A9F3F1BA}" type="slidenum">
              <a:rPr lang="en-GB" smtClean="0"/>
              <a:t>‹#›</a:t>
            </a:fld>
            <a:endParaRPr lang="en-GB"/>
          </a:p>
        </p:txBody>
      </p:sp>
    </p:spTree>
    <p:extLst>
      <p:ext uri="{BB962C8B-B14F-4D97-AF65-F5344CB8AC3E}">
        <p14:creationId xmlns:p14="http://schemas.microsoft.com/office/powerpoint/2010/main" val="3693531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B9CEC3B-8204-6D6C-A10E-0EB514077ABB}"/>
              </a:ext>
            </a:extLst>
          </p:cNvPr>
          <p:cNvSpPr>
            <a:spLocks noGrp="1"/>
          </p:cNvSpPr>
          <p:nvPr>
            <p:ph type="dt" sz="half" idx="10"/>
          </p:nvPr>
        </p:nvSpPr>
        <p:spPr/>
        <p:txBody>
          <a:bodyPr/>
          <a:lstStyle/>
          <a:p>
            <a:fld id="{A8850349-45CB-4057-BC98-7CC6042E7880}" type="datetime1">
              <a:rPr lang="en-GB" smtClean="0"/>
              <a:t>18/01/2026</a:t>
            </a:fld>
            <a:endParaRPr lang="en-GB"/>
          </a:p>
        </p:txBody>
      </p:sp>
      <p:sp>
        <p:nvSpPr>
          <p:cNvPr id="3" name="Fußzeilenplatzhalter 2">
            <a:extLst>
              <a:ext uri="{FF2B5EF4-FFF2-40B4-BE49-F238E27FC236}">
                <a16:creationId xmlns:a16="http://schemas.microsoft.com/office/drawing/2014/main" id="{80E1DA23-7B12-BAF1-2996-7FC376D94A3A}"/>
              </a:ext>
            </a:extLst>
          </p:cNvPr>
          <p:cNvSpPr>
            <a:spLocks noGrp="1"/>
          </p:cNvSpPr>
          <p:nvPr>
            <p:ph type="ftr" sz="quarter" idx="11"/>
          </p:nvPr>
        </p:nvSpPr>
        <p:spPr/>
        <p:txBody>
          <a:bodyPr/>
          <a:lstStyle/>
          <a:p>
            <a:r>
              <a:rPr lang="en-GB"/>
              <a:t>=</a:t>
            </a:r>
          </a:p>
        </p:txBody>
      </p:sp>
      <p:sp>
        <p:nvSpPr>
          <p:cNvPr id="4" name="Foliennummernplatzhalter 3">
            <a:extLst>
              <a:ext uri="{FF2B5EF4-FFF2-40B4-BE49-F238E27FC236}">
                <a16:creationId xmlns:a16="http://schemas.microsoft.com/office/drawing/2014/main" id="{79F63173-A65E-D3FE-178D-8523F8D06A50}"/>
              </a:ext>
            </a:extLst>
          </p:cNvPr>
          <p:cNvSpPr>
            <a:spLocks noGrp="1"/>
          </p:cNvSpPr>
          <p:nvPr>
            <p:ph type="sldNum" sz="quarter" idx="12"/>
          </p:nvPr>
        </p:nvSpPr>
        <p:spPr/>
        <p:txBody>
          <a:bodyPr/>
          <a:lstStyle/>
          <a:p>
            <a:fld id="{6DED5E57-D273-4B8D-B4BF-9D93A9F3F1BA}" type="slidenum">
              <a:rPr lang="en-GB" smtClean="0"/>
              <a:t>‹#›</a:t>
            </a:fld>
            <a:endParaRPr lang="en-GB"/>
          </a:p>
        </p:txBody>
      </p:sp>
    </p:spTree>
    <p:extLst>
      <p:ext uri="{BB962C8B-B14F-4D97-AF65-F5344CB8AC3E}">
        <p14:creationId xmlns:p14="http://schemas.microsoft.com/office/powerpoint/2010/main" val="1058090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E49A7B-A1A2-7F97-EFAF-03C1FA45B658}"/>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Inhaltsplatzhalter 2">
            <a:extLst>
              <a:ext uri="{FF2B5EF4-FFF2-40B4-BE49-F238E27FC236}">
                <a16:creationId xmlns:a16="http://schemas.microsoft.com/office/drawing/2014/main" id="{CAF44684-70BA-55E4-245F-88DFCF0134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Textplatzhalter 3">
            <a:extLst>
              <a:ext uri="{FF2B5EF4-FFF2-40B4-BE49-F238E27FC236}">
                <a16:creationId xmlns:a16="http://schemas.microsoft.com/office/drawing/2014/main" id="{83868294-8108-4DD1-1DAE-F3368879B7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629720E3-92F2-6885-5AB8-AD82AF972CE6}"/>
              </a:ext>
            </a:extLst>
          </p:cNvPr>
          <p:cNvSpPr>
            <a:spLocks noGrp="1"/>
          </p:cNvSpPr>
          <p:nvPr>
            <p:ph type="dt" sz="half" idx="10"/>
          </p:nvPr>
        </p:nvSpPr>
        <p:spPr/>
        <p:txBody>
          <a:bodyPr/>
          <a:lstStyle/>
          <a:p>
            <a:fld id="{E586E378-8CA0-49BC-A6C0-033BC5B29E44}" type="datetime1">
              <a:rPr lang="en-GB" smtClean="0"/>
              <a:t>18/01/2026</a:t>
            </a:fld>
            <a:endParaRPr lang="en-GB"/>
          </a:p>
        </p:txBody>
      </p:sp>
      <p:sp>
        <p:nvSpPr>
          <p:cNvPr id="6" name="Fußzeilenplatzhalter 5">
            <a:extLst>
              <a:ext uri="{FF2B5EF4-FFF2-40B4-BE49-F238E27FC236}">
                <a16:creationId xmlns:a16="http://schemas.microsoft.com/office/drawing/2014/main" id="{8605E349-1936-A787-A812-4105E9447440}"/>
              </a:ext>
            </a:extLst>
          </p:cNvPr>
          <p:cNvSpPr>
            <a:spLocks noGrp="1"/>
          </p:cNvSpPr>
          <p:nvPr>
            <p:ph type="ftr" sz="quarter" idx="11"/>
          </p:nvPr>
        </p:nvSpPr>
        <p:spPr/>
        <p:txBody>
          <a:bodyPr/>
          <a:lstStyle/>
          <a:p>
            <a:r>
              <a:rPr lang="en-GB"/>
              <a:t>=</a:t>
            </a:r>
          </a:p>
        </p:txBody>
      </p:sp>
      <p:sp>
        <p:nvSpPr>
          <p:cNvPr id="7" name="Foliennummernplatzhalter 6">
            <a:extLst>
              <a:ext uri="{FF2B5EF4-FFF2-40B4-BE49-F238E27FC236}">
                <a16:creationId xmlns:a16="http://schemas.microsoft.com/office/drawing/2014/main" id="{799E9C85-C73C-010E-E432-102B62AC6A57}"/>
              </a:ext>
            </a:extLst>
          </p:cNvPr>
          <p:cNvSpPr>
            <a:spLocks noGrp="1"/>
          </p:cNvSpPr>
          <p:nvPr>
            <p:ph type="sldNum" sz="quarter" idx="12"/>
          </p:nvPr>
        </p:nvSpPr>
        <p:spPr/>
        <p:txBody>
          <a:bodyPr/>
          <a:lstStyle/>
          <a:p>
            <a:fld id="{6DED5E57-D273-4B8D-B4BF-9D93A9F3F1BA}" type="slidenum">
              <a:rPr lang="en-GB" smtClean="0"/>
              <a:t>‹#›</a:t>
            </a:fld>
            <a:endParaRPr lang="en-GB"/>
          </a:p>
        </p:txBody>
      </p:sp>
    </p:spTree>
    <p:extLst>
      <p:ext uri="{BB962C8B-B14F-4D97-AF65-F5344CB8AC3E}">
        <p14:creationId xmlns:p14="http://schemas.microsoft.com/office/powerpoint/2010/main" val="2517876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9548F0-A4CF-1A05-0767-3A0BDE39EA49}"/>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Bildplatzhalter 2">
            <a:extLst>
              <a:ext uri="{FF2B5EF4-FFF2-40B4-BE49-F238E27FC236}">
                <a16:creationId xmlns:a16="http://schemas.microsoft.com/office/drawing/2014/main" id="{1AA0C15C-28BE-51FE-6CD8-716FA35E41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platzhalter 3">
            <a:extLst>
              <a:ext uri="{FF2B5EF4-FFF2-40B4-BE49-F238E27FC236}">
                <a16:creationId xmlns:a16="http://schemas.microsoft.com/office/drawing/2014/main" id="{1502D19C-5355-B098-63BC-3E54628A20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7560341-6DD2-A173-6AA5-B052CA893259}"/>
              </a:ext>
            </a:extLst>
          </p:cNvPr>
          <p:cNvSpPr>
            <a:spLocks noGrp="1"/>
          </p:cNvSpPr>
          <p:nvPr>
            <p:ph type="dt" sz="half" idx="10"/>
          </p:nvPr>
        </p:nvSpPr>
        <p:spPr/>
        <p:txBody>
          <a:bodyPr/>
          <a:lstStyle/>
          <a:p>
            <a:fld id="{5E29D270-298D-4C14-A0FA-7D93278A5D70}" type="datetime1">
              <a:rPr lang="en-GB" smtClean="0"/>
              <a:t>18/01/2026</a:t>
            </a:fld>
            <a:endParaRPr lang="en-GB"/>
          </a:p>
        </p:txBody>
      </p:sp>
      <p:sp>
        <p:nvSpPr>
          <p:cNvPr id="6" name="Fußzeilenplatzhalter 5">
            <a:extLst>
              <a:ext uri="{FF2B5EF4-FFF2-40B4-BE49-F238E27FC236}">
                <a16:creationId xmlns:a16="http://schemas.microsoft.com/office/drawing/2014/main" id="{5CD58252-E051-4414-109E-82A411351BB4}"/>
              </a:ext>
            </a:extLst>
          </p:cNvPr>
          <p:cNvSpPr>
            <a:spLocks noGrp="1"/>
          </p:cNvSpPr>
          <p:nvPr>
            <p:ph type="ftr" sz="quarter" idx="11"/>
          </p:nvPr>
        </p:nvSpPr>
        <p:spPr/>
        <p:txBody>
          <a:bodyPr/>
          <a:lstStyle/>
          <a:p>
            <a:r>
              <a:rPr lang="en-GB"/>
              <a:t>=</a:t>
            </a:r>
          </a:p>
        </p:txBody>
      </p:sp>
      <p:sp>
        <p:nvSpPr>
          <p:cNvPr id="7" name="Foliennummernplatzhalter 6">
            <a:extLst>
              <a:ext uri="{FF2B5EF4-FFF2-40B4-BE49-F238E27FC236}">
                <a16:creationId xmlns:a16="http://schemas.microsoft.com/office/drawing/2014/main" id="{C2EF8108-8719-F84D-26B1-AE118680E044}"/>
              </a:ext>
            </a:extLst>
          </p:cNvPr>
          <p:cNvSpPr>
            <a:spLocks noGrp="1"/>
          </p:cNvSpPr>
          <p:nvPr>
            <p:ph type="sldNum" sz="quarter" idx="12"/>
          </p:nvPr>
        </p:nvSpPr>
        <p:spPr/>
        <p:txBody>
          <a:bodyPr/>
          <a:lstStyle/>
          <a:p>
            <a:fld id="{6DED5E57-D273-4B8D-B4BF-9D93A9F3F1BA}" type="slidenum">
              <a:rPr lang="en-GB" smtClean="0"/>
              <a:t>‹#›</a:t>
            </a:fld>
            <a:endParaRPr lang="en-GB"/>
          </a:p>
        </p:txBody>
      </p:sp>
    </p:spTree>
    <p:extLst>
      <p:ext uri="{BB962C8B-B14F-4D97-AF65-F5344CB8AC3E}">
        <p14:creationId xmlns:p14="http://schemas.microsoft.com/office/powerpoint/2010/main" val="2244552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9DEF34-51D1-3295-54E5-2999C8073FE7}"/>
              </a:ext>
            </a:extLst>
          </p:cNvPr>
          <p:cNvSpPr>
            <a:spLocks noGrp="1"/>
          </p:cNvSpPr>
          <p:nvPr>
            <p:ph type="title"/>
          </p:nvPr>
        </p:nvSpPr>
        <p:spPr/>
        <p:txBody>
          <a:bodyPr/>
          <a:lstStyle/>
          <a:p>
            <a:r>
              <a:rPr lang="de-DE"/>
              <a:t>Mastertitelformat bearbeiten</a:t>
            </a:r>
            <a:endParaRPr lang="en-GB"/>
          </a:p>
        </p:txBody>
      </p:sp>
      <p:sp>
        <p:nvSpPr>
          <p:cNvPr id="3" name="Vertikaler Textplatzhalter 2">
            <a:extLst>
              <a:ext uri="{FF2B5EF4-FFF2-40B4-BE49-F238E27FC236}">
                <a16:creationId xmlns:a16="http://schemas.microsoft.com/office/drawing/2014/main" id="{0C42657E-AD34-469B-6153-6D8F58BA36E8}"/>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8D44FF23-EBCB-3C89-C373-2BACC5AEED83}"/>
              </a:ext>
            </a:extLst>
          </p:cNvPr>
          <p:cNvSpPr>
            <a:spLocks noGrp="1"/>
          </p:cNvSpPr>
          <p:nvPr>
            <p:ph type="dt" sz="half" idx="10"/>
          </p:nvPr>
        </p:nvSpPr>
        <p:spPr/>
        <p:txBody>
          <a:bodyPr/>
          <a:lstStyle/>
          <a:p>
            <a:fld id="{0A5AF8DE-146C-4F6A-B4CA-AC22387B0C13}" type="datetime1">
              <a:rPr lang="en-GB" smtClean="0"/>
              <a:t>18/01/2026</a:t>
            </a:fld>
            <a:endParaRPr lang="en-GB"/>
          </a:p>
        </p:txBody>
      </p:sp>
      <p:sp>
        <p:nvSpPr>
          <p:cNvPr id="5" name="Fußzeilenplatzhalter 4">
            <a:extLst>
              <a:ext uri="{FF2B5EF4-FFF2-40B4-BE49-F238E27FC236}">
                <a16:creationId xmlns:a16="http://schemas.microsoft.com/office/drawing/2014/main" id="{3E7770A8-EDE7-FDC2-36C1-6A6193EB9C21}"/>
              </a:ext>
            </a:extLst>
          </p:cNvPr>
          <p:cNvSpPr>
            <a:spLocks noGrp="1"/>
          </p:cNvSpPr>
          <p:nvPr>
            <p:ph type="ftr" sz="quarter" idx="11"/>
          </p:nvPr>
        </p:nvSpPr>
        <p:spPr/>
        <p:txBody>
          <a:bodyPr/>
          <a:lstStyle/>
          <a:p>
            <a:r>
              <a:rPr lang="en-GB"/>
              <a:t>=</a:t>
            </a:r>
          </a:p>
        </p:txBody>
      </p:sp>
      <p:sp>
        <p:nvSpPr>
          <p:cNvPr id="6" name="Foliennummernplatzhalter 5">
            <a:extLst>
              <a:ext uri="{FF2B5EF4-FFF2-40B4-BE49-F238E27FC236}">
                <a16:creationId xmlns:a16="http://schemas.microsoft.com/office/drawing/2014/main" id="{4BF39646-2B7E-CD28-206B-FB2739E930C7}"/>
              </a:ext>
            </a:extLst>
          </p:cNvPr>
          <p:cNvSpPr>
            <a:spLocks noGrp="1"/>
          </p:cNvSpPr>
          <p:nvPr>
            <p:ph type="sldNum" sz="quarter" idx="12"/>
          </p:nvPr>
        </p:nvSpPr>
        <p:spPr/>
        <p:txBody>
          <a:bodyPr/>
          <a:lstStyle/>
          <a:p>
            <a:fld id="{6DED5E57-D273-4B8D-B4BF-9D93A9F3F1BA}" type="slidenum">
              <a:rPr lang="en-GB" smtClean="0"/>
              <a:t>‹#›</a:t>
            </a:fld>
            <a:endParaRPr lang="en-GB"/>
          </a:p>
        </p:txBody>
      </p:sp>
    </p:spTree>
    <p:extLst>
      <p:ext uri="{BB962C8B-B14F-4D97-AF65-F5344CB8AC3E}">
        <p14:creationId xmlns:p14="http://schemas.microsoft.com/office/powerpoint/2010/main" val="3385869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8BEDBFD2-7DBD-0B45-1549-E6E35D95D13F}"/>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GB"/>
          </a:p>
        </p:txBody>
      </p:sp>
      <p:sp>
        <p:nvSpPr>
          <p:cNvPr id="3" name="Vertikaler Textplatzhalter 2">
            <a:extLst>
              <a:ext uri="{FF2B5EF4-FFF2-40B4-BE49-F238E27FC236}">
                <a16:creationId xmlns:a16="http://schemas.microsoft.com/office/drawing/2014/main" id="{E084E230-E565-7A0A-358D-21A53659C00A}"/>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6EBAB8FE-EBD2-B28F-B245-CE8CEE6E77FF}"/>
              </a:ext>
            </a:extLst>
          </p:cNvPr>
          <p:cNvSpPr>
            <a:spLocks noGrp="1"/>
          </p:cNvSpPr>
          <p:nvPr>
            <p:ph type="dt" sz="half" idx="10"/>
          </p:nvPr>
        </p:nvSpPr>
        <p:spPr/>
        <p:txBody>
          <a:bodyPr/>
          <a:lstStyle/>
          <a:p>
            <a:fld id="{1EB093A0-0D35-4E5F-A89F-0B831E0EC182}" type="datetime1">
              <a:rPr lang="en-GB" smtClean="0"/>
              <a:t>18/01/2026</a:t>
            </a:fld>
            <a:endParaRPr lang="en-GB"/>
          </a:p>
        </p:txBody>
      </p:sp>
      <p:sp>
        <p:nvSpPr>
          <p:cNvPr id="5" name="Fußzeilenplatzhalter 4">
            <a:extLst>
              <a:ext uri="{FF2B5EF4-FFF2-40B4-BE49-F238E27FC236}">
                <a16:creationId xmlns:a16="http://schemas.microsoft.com/office/drawing/2014/main" id="{6E49EDCA-0832-FB1F-D270-D2C75B9727D4}"/>
              </a:ext>
            </a:extLst>
          </p:cNvPr>
          <p:cNvSpPr>
            <a:spLocks noGrp="1"/>
          </p:cNvSpPr>
          <p:nvPr>
            <p:ph type="ftr" sz="quarter" idx="11"/>
          </p:nvPr>
        </p:nvSpPr>
        <p:spPr/>
        <p:txBody>
          <a:bodyPr/>
          <a:lstStyle/>
          <a:p>
            <a:r>
              <a:rPr lang="en-GB"/>
              <a:t>=</a:t>
            </a:r>
          </a:p>
        </p:txBody>
      </p:sp>
      <p:sp>
        <p:nvSpPr>
          <p:cNvPr id="6" name="Foliennummernplatzhalter 5">
            <a:extLst>
              <a:ext uri="{FF2B5EF4-FFF2-40B4-BE49-F238E27FC236}">
                <a16:creationId xmlns:a16="http://schemas.microsoft.com/office/drawing/2014/main" id="{C5D6CC04-D0CE-9BB5-BF1C-0DA89EE1E3BA}"/>
              </a:ext>
            </a:extLst>
          </p:cNvPr>
          <p:cNvSpPr>
            <a:spLocks noGrp="1"/>
          </p:cNvSpPr>
          <p:nvPr>
            <p:ph type="sldNum" sz="quarter" idx="12"/>
          </p:nvPr>
        </p:nvSpPr>
        <p:spPr/>
        <p:txBody>
          <a:bodyPr/>
          <a:lstStyle/>
          <a:p>
            <a:fld id="{6DED5E57-D273-4B8D-B4BF-9D93A9F3F1BA}" type="slidenum">
              <a:rPr lang="en-GB" smtClean="0"/>
              <a:t>‹#›</a:t>
            </a:fld>
            <a:endParaRPr lang="en-GB"/>
          </a:p>
        </p:txBody>
      </p:sp>
    </p:spTree>
    <p:extLst>
      <p:ext uri="{BB962C8B-B14F-4D97-AF65-F5344CB8AC3E}">
        <p14:creationId xmlns:p14="http://schemas.microsoft.com/office/powerpoint/2010/main" val="1399357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C232EE6-A206-AE34-A860-B5D621457C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GB"/>
          </a:p>
        </p:txBody>
      </p:sp>
      <p:sp>
        <p:nvSpPr>
          <p:cNvPr id="3" name="Textplatzhalter 2">
            <a:extLst>
              <a:ext uri="{FF2B5EF4-FFF2-40B4-BE49-F238E27FC236}">
                <a16:creationId xmlns:a16="http://schemas.microsoft.com/office/drawing/2014/main" id="{2DB3ADD4-DA64-38BB-E2C7-2764411EBA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3BC8F795-01DA-73DF-21CF-EFE3F00152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CA2ED8-DC31-414A-9DD2-0FCB7AC67579}" type="datetime1">
              <a:rPr lang="en-GB" smtClean="0"/>
              <a:t>18/01/2026</a:t>
            </a:fld>
            <a:endParaRPr lang="en-GB"/>
          </a:p>
        </p:txBody>
      </p:sp>
      <p:sp>
        <p:nvSpPr>
          <p:cNvPr id="5" name="Fußzeilenplatzhalter 4">
            <a:extLst>
              <a:ext uri="{FF2B5EF4-FFF2-40B4-BE49-F238E27FC236}">
                <a16:creationId xmlns:a16="http://schemas.microsoft.com/office/drawing/2014/main" id="{5B258DEA-DE39-23A0-FBDA-E7CE10E7D6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a:t>
            </a:r>
          </a:p>
        </p:txBody>
      </p:sp>
      <p:sp>
        <p:nvSpPr>
          <p:cNvPr id="6" name="Foliennummernplatzhalter 5">
            <a:extLst>
              <a:ext uri="{FF2B5EF4-FFF2-40B4-BE49-F238E27FC236}">
                <a16:creationId xmlns:a16="http://schemas.microsoft.com/office/drawing/2014/main" id="{C48AD024-1F47-C09A-CC4F-FF81C2FD86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ED5E57-D273-4B8D-B4BF-9D93A9F3F1BA}" type="slidenum">
              <a:rPr lang="en-GB" smtClean="0"/>
              <a:t>‹#›</a:t>
            </a:fld>
            <a:endParaRPr lang="en-GB"/>
          </a:p>
        </p:txBody>
      </p:sp>
    </p:spTree>
    <p:extLst>
      <p:ext uri="{BB962C8B-B14F-4D97-AF65-F5344CB8AC3E}">
        <p14:creationId xmlns:p14="http://schemas.microsoft.com/office/powerpoint/2010/main" val="2022142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ocs.google.com/document/d/1bF9K4yBjaeWvBRdnNCIpwHDLqdZUHX1VRiEpQOQPY0A/edit?usp=shar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sukhijapiyush/NLP-Case-Study---Automatic-Ticket-Classification" TargetMode="External"/><Relationship Id="rId2" Type="http://schemas.openxmlformats.org/officeDocument/2006/relationships/hyperlink" Target="https://github.com/s4sahiko/Smart-Ticket-Classifier-3.0"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B87B0930-166E-B600-5529-EA758B269F89}"/>
              </a:ext>
            </a:extLst>
          </p:cNvPr>
          <p:cNvSpPr>
            <a:spLocks noGrp="1"/>
          </p:cNvSpPr>
          <p:nvPr>
            <p:ph type="sldNum" sz="quarter" idx="12"/>
          </p:nvPr>
        </p:nvSpPr>
        <p:spPr/>
        <p:txBody>
          <a:bodyPr/>
          <a:lstStyle/>
          <a:p>
            <a:fld id="{6DED5E57-D273-4B8D-B4BF-9D93A9F3F1BA}" type="slidenum">
              <a:rPr lang="en-GB" smtClean="0"/>
              <a:t>1</a:t>
            </a:fld>
            <a:endParaRPr lang="en-GB"/>
          </a:p>
        </p:txBody>
      </p:sp>
      <p:sp>
        <p:nvSpPr>
          <p:cNvPr id="5" name="Textfeld 4">
            <a:extLst>
              <a:ext uri="{FF2B5EF4-FFF2-40B4-BE49-F238E27FC236}">
                <a16:creationId xmlns:a16="http://schemas.microsoft.com/office/drawing/2014/main" id="{91812D78-015E-8B9D-A57D-696FDB71CE36}"/>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6" name="Textfeld 5">
            <a:extLst>
              <a:ext uri="{FF2B5EF4-FFF2-40B4-BE49-F238E27FC236}">
                <a16:creationId xmlns:a16="http://schemas.microsoft.com/office/drawing/2014/main" id="{F15721D2-CF9E-C541-9109-E0F31848F2D6}"/>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Roadmap</a:t>
            </a:r>
            <a:endParaRPr lang="en-GB" sz="2000" b="1" dirty="0">
              <a:solidFill>
                <a:schemeClr val="tx2">
                  <a:lumMod val="90000"/>
                  <a:lumOff val="10000"/>
                </a:schemeClr>
              </a:solidFill>
            </a:endParaRPr>
          </a:p>
        </p:txBody>
      </p:sp>
      <p:sp>
        <p:nvSpPr>
          <p:cNvPr id="7" name="Textfeld 6">
            <a:extLst>
              <a:ext uri="{FF2B5EF4-FFF2-40B4-BE49-F238E27FC236}">
                <a16:creationId xmlns:a16="http://schemas.microsoft.com/office/drawing/2014/main" id="{95DDE70F-2345-FB91-2B12-E715D6B5D179}"/>
              </a:ext>
            </a:extLst>
          </p:cNvPr>
          <p:cNvSpPr txBox="1"/>
          <p:nvPr/>
        </p:nvSpPr>
        <p:spPr>
          <a:xfrm>
            <a:off x="1219201" y="1485857"/>
            <a:ext cx="6705601" cy="1815882"/>
          </a:xfrm>
          <a:prstGeom prst="rect">
            <a:avLst/>
          </a:prstGeom>
          <a:noFill/>
        </p:spPr>
        <p:txBody>
          <a:bodyPr wrap="square">
            <a:spAutoFit/>
          </a:bodyPr>
          <a:lstStyle/>
          <a:p>
            <a:pPr algn="l"/>
            <a:r>
              <a:rPr lang="en-GB" sz="1400" b="1" dirty="0">
                <a:solidFill>
                  <a:schemeClr val="tx2">
                    <a:lumMod val="90000"/>
                    <a:lumOff val="10000"/>
                  </a:schemeClr>
                </a:solidFill>
                <a:latin typeface="Slack-Lato"/>
              </a:rPr>
              <a:t>Step 0) Make another meeting without me to build the roadmap</a:t>
            </a:r>
            <a:br>
              <a:rPr lang="en-GB" sz="1400" b="0" i="0" dirty="0">
                <a:solidFill>
                  <a:schemeClr val="tx2">
                    <a:lumMod val="90000"/>
                    <a:lumOff val="10000"/>
                  </a:schemeClr>
                </a:solidFill>
                <a:effectLst/>
                <a:latin typeface="Slack-Lato"/>
              </a:rPr>
            </a:br>
            <a:endParaRPr lang="en-GB" sz="1400" b="0" i="0" dirty="0">
              <a:solidFill>
                <a:schemeClr val="tx2">
                  <a:lumMod val="90000"/>
                  <a:lumOff val="10000"/>
                </a:schemeClr>
              </a:solidFill>
              <a:effectLst/>
              <a:latin typeface="Slack-Lato"/>
            </a:endParaRPr>
          </a:p>
          <a:p>
            <a:pPr algn="l">
              <a:buFont typeface="Arial" panose="020B0604020202020204" pitchFamily="34" charset="0"/>
              <a:buChar char="•"/>
            </a:pPr>
            <a:r>
              <a:rPr lang="en-GB" sz="1400" b="0" i="0" dirty="0">
                <a:solidFill>
                  <a:schemeClr val="tx2">
                    <a:lumMod val="90000"/>
                    <a:lumOff val="10000"/>
                  </a:schemeClr>
                </a:solidFill>
                <a:effectLst/>
                <a:latin typeface="Slack-Lato"/>
              </a:rPr>
              <a:t> Talk about your experiences, which tools you are familiar with, your vision for this project.</a:t>
            </a:r>
          </a:p>
          <a:p>
            <a:pPr algn="l"/>
            <a:endParaRPr lang="en-GB" sz="1400" b="0" i="0" dirty="0">
              <a:solidFill>
                <a:schemeClr val="tx2">
                  <a:lumMod val="90000"/>
                  <a:lumOff val="10000"/>
                </a:schemeClr>
              </a:solidFill>
              <a:effectLst/>
              <a:latin typeface="Slack-Lato"/>
            </a:endParaRPr>
          </a:p>
          <a:p>
            <a:pPr algn="l">
              <a:buFont typeface="Arial" panose="020B0604020202020204" pitchFamily="34" charset="0"/>
              <a:buChar char="•"/>
            </a:pPr>
            <a:r>
              <a:rPr lang="en-GB" sz="1400" b="0" i="0" dirty="0">
                <a:solidFill>
                  <a:schemeClr val="tx2">
                    <a:lumMod val="90000"/>
                    <a:lumOff val="10000"/>
                  </a:schemeClr>
                </a:solidFill>
                <a:effectLst/>
                <a:latin typeface="Slack-Lato"/>
              </a:rPr>
              <a:t> Try to find some similar projects on </a:t>
            </a:r>
            <a:r>
              <a:rPr lang="en-GB" sz="1400" b="0" i="0" dirty="0" err="1">
                <a:solidFill>
                  <a:schemeClr val="tx2">
                    <a:lumMod val="90000"/>
                    <a:lumOff val="10000"/>
                  </a:schemeClr>
                </a:solidFill>
                <a:effectLst/>
                <a:latin typeface="Slack-Lato"/>
              </a:rPr>
              <a:t>Github</a:t>
            </a:r>
            <a:r>
              <a:rPr lang="en-GB" sz="1400" b="0" i="0" dirty="0">
                <a:solidFill>
                  <a:schemeClr val="tx2">
                    <a:lumMod val="90000"/>
                    <a:lumOff val="10000"/>
                  </a:schemeClr>
                </a:solidFill>
                <a:effectLst/>
                <a:latin typeface="Slack-Lato"/>
              </a:rPr>
              <a:t>, Kaggle... to help you building the roadmap.</a:t>
            </a:r>
          </a:p>
          <a:p>
            <a:pPr algn="l"/>
            <a:endParaRPr lang="en-GB" sz="1400" b="0" i="0" dirty="0">
              <a:solidFill>
                <a:schemeClr val="tx2">
                  <a:lumMod val="90000"/>
                  <a:lumOff val="10000"/>
                </a:schemeClr>
              </a:solidFill>
              <a:effectLst/>
              <a:latin typeface="Slack-Lato"/>
            </a:endParaRPr>
          </a:p>
          <a:p>
            <a:pPr algn="l">
              <a:buFont typeface="Arial" panose="020B0604020202020204" pitchFamily="34" charset="0"/>
              <a:buChar char="•"/>
            </a:pPr>
            <a:r>
              <a:rPr lang="en-GB" sz="1400" b="0" i="0" dirty="0">
                <a:solidFill>
                  <a:schemeClr val="tx2">
                    <a:lumMod val="90000"/>
                    <a:lumOff val="10000"/>
                  </a:schemeClr>
                </a:solidFill>
                <a:effectLst/>
                <a:latin typeface="Slack-Lato"/>
              </a:rPr>
              <a:t> Write a first iteration roadmap and split tasks between each other.</a:t>
            </a:r>
          </a:p>
        </p:txBody>
      </p:sp>
      <p:sp>
        <p:nvSpPr>
          <p:cNvPr id="9" name="Textfeld 8">
            <a:extLst>
              <a:ext uri="{FF2B5EF4-FFF2-40B4-BE49-F238E27FC236}">
                <a16:creationId xmlns:a16="http://schemas.microsoft.com/office/drawing/2014/main" id="{D6D423A3-5FF7-29F3-0AEF-9F4EB77C67E5}"/>
              </a:ext>
            </a:extLst>
          </p:cNvPr>
          <p:cNvSpPr txBox="1"/>
          <p:nvPr/>
        </p:nvSpPr>
        <p:spPr>
          <a:xfrm>
            <a:off x="484091" y="1497105"/>
            <a:ext cx="735110" cy="2031325"/>
          </a:xfrm>
          <a:prstGeom prst="rect">
            <a:avLst/>
          </a:prstGeom>
          <a:noFill/>
        </p:spPr>
        <p:txBody>
          <a:bodyPr wrap="square" rtlCol="0">
            <a:spAutoFit/>
          </a:bodyPr>
          <a:lstStyle/>
          <a:p>
            <a:r>
              <a:rPr lang="de-DE" sz="1400" b="1" dirty="0" err="1">
                <a:solidFill>
                  <a:schemeClr val="tx2">
                    <a:lumMod val="90000"/>
                    <a:lumOff val="10000"/>
                  </a:schemeClr>
                </a:solidFill>
              </a:rPr>
              <a:t>Done</a:t>
            </a:r>
            <a:r>
              <a:rPr lang="de-DE" sz="1400" b="1" dirty="0">
                <a:solidFill>
                  <a:schemeClr val="tx2">
                    <a:lumMod val="90000"/>
                    <a:lumOff val="10000"/>
                  </a:schemeClr>
                </a:solidFill>
              </a:rPr>
              <a:t>?</a:t>
            </a:r>
          </a:p>
          <a:p>
            <a:endParaRPr lang="de-DE" sz="1400" b="1" dirty="0">
              <a:solidFill>
                <a:schemeClr val="tx2">
                  <a:lumMod val="90000"/>
                  <a:lumOff val="10000"/>
                </a:schemeClr>
              </a:solidFill>
            </a:endParaRPr>
          </a:p>
          <a:p>
            <a:r>
              <a:rPr lang="de-DE" sz="1400" b="1" dirty="0">
                <a:solidFill>
                  <a:srgbClr val="92D050"/>
                </a:solidFill>
                <a:sym typeface="Wingdings 2" panose="05020102010507070707" pitchFamily="18" charset="2"/>
              </a:rPr>
              <a:t></a:t>
            </a:r>
          </a:p>
          <a:p>
            <a:endParaRPr lang="de-DE" sz="1400" b="1" dirty="0">
              <a:solidFill>
                <a:srgbClr val="92D050"/>
              </a:solidFill>
            </a:endParaRPr>
          </a:p>
          <a:p>
            <a:endParaRPr lang="de-DE" sz="1400" b="1" dirty="0">
              <a:solidFill>
                <a:srgbClr val="FF0000"/>
              </a:solidFill>
            </a:endParaRPr>
          </a:p>
          <a:p>
            <a:r>
              <a:rPr lang="de-DE" sz="1400" b="1" dirty="0">
                <a:solidFill>
                  <a:srgbClr val="92D050"/>
                </a:solidFill>
                <a:sym typeface="Wingdings 2" panose="05020102010507070707" pitchFamily="18" charset="2"/>
              </a:rPr>
              <a:t></a:t>
            </a:r>
          </a:p>
          <a:p>
            <a:endParaRPr lang="de-DE" sz="1400" b="1" dirty="0">
              <a:solidFill>
                <a:schemeClr val="tx2">
                  <a:lumMod val="90000"/>
                  <a:lumOff val="10000"/>
                </a:schemeClr>
              </a:solidFill>
            </a:endParaRPr>
          </a:p>
          <a:p>
            <a:r>
              <a:rPr lang="de-DE" sz="1400" b="1" dirty="0">
                <a:solidFill>
                  <a:srgbClr val="92D050"/>
                </a:solidFill>
                <a:sym typeface="Wingdings 2" panose="05020102010507070707" pitchFamily="18" charset="2"/>
              </a:rPr>
              <a:t></a:t>
            </a:r>
            <a:endParaRPr lang="de-DE" sz="1400" b="1" dirty="0">
              <a:solidFill>
                <a:srgbClr val="FF0000"/>
              </a:solidFill>
            </a:endParaRPr>
          </a:p>
          <a:p>
            <a:endParaRPr lang="de-DE" sz="1400" b="1" dirty="0">
              <a:solidFill>
                <a:srgbClr val="FF0000"/>
              </a:solidFill>
            </a:endParaRPr>
          </a:p>
        </p:txBody>
      </p:sp>
    </p:spTree>
    <p:extLst>
      <p:ext uri="{BB962C8B-B14F-4D97-AF65-F5344CB8AC3E}">
        <p14:creationId xmlns:p14="http://schemas.microsoft.com/office/powerpoint/2010/main" val="1459321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B75746BD-86E5-43BA-0AE1-62DAF300C9B5}"/>
              </a:ext>
            </a:extLst>
          </p:cNvPr>
          <p:cNvSpPr txBox="1"/>
          <p:nvPr/>
        </p:nvSpPr>
        <p:spPr>
          <a:xfrm>
            <a:off x="1326773" y="1485857"/>
            <a:ext cx="6705601" cy="3754874"/>
          </a:xfrm>
          <a:prstGeom prst="rect">
            <a:avLst/>
          </a:prstGeom>
          <a:noFill/>
        </p:spPr>
        <p:txBody>
          <a:bodyPr wrap="square">
            <a:spAutoFit/>
          </a:bodyPr>
          <a:lstStyle/>
          <a:p>
            <a:pPr algn="l"/>
            <a:r>
              <a:rPr lang="en-GB" sz="1400" b="1" i="0" dirty="0">
                <a:solidFill>
                  <a:schemeClr val="tx2">
                    <a:lumMod val="90000"/>
                    <a:lumOff val="10000"/>
                  </a:schemeClr>
                </a:solidFill>
                <a:effectLst/>
                <a:latin typeface="Slack-Lato"/>
              </a:rPr>
              <a:t>Step 1) </a:t>
            </a:r>
            <a:r>
              <a:rPr lang="en-GB" sz="1400" b="0" i="0" dirty="0">
                <a:solidFill>
                  <a:schemeClr val="tx2">
                    <a:lumMod val="90000"/>
                    <a:lumOff val="10000"/>
                  </a:schemeClr>
                </a:solidFill>
                <a:effectLst/>
                <a:latin typeface="Slack-Lato"/>
              </a:rPr>
              <a:t>Data mining + DataViz’: </a:t>
            </a:r>
            <a:r>
              <a:rPr lang="en-GB" sz="1400" b="1" i="0" dirty="0">
                <a:solidFill>
                  <a:schemeClr val="tx2">
                    <a:lumMod val="90000"/>
                    <a:lumOff val="10000"/>
                  </a:schemeClr>
                </a:solidFill>
                <a:effectLst/>
                <a:latin typeface="Slack-Lato"/>
              </a:rPr>
              <a:t>Deadline Friday, December 19th</a:t>
            </a:r>
            <a:br>
              <a:rPr lang="en-GB" sz="1400" b="0" i="0" dirty="0">
                <a:solidFill>
                  <a:schemeClr val="tx2">
                    <a:lumMod val="90000"/>
                    <a:lumOff val="10000"/>
                  </a:schemeClr>
                </a:solidFill>
                <a:effectLst/>
                <a:latin typeface="Slack-Lato"/>
              </a:rPr>
            </a:br>
            <a:endParaRPr lang="en-GB" sz="1400" b="0" i="0" dirty="0">
              <a:solidFill>
                <a:schemeClr val="tx2">
                  <a:lumMod val="90000"/>
                  <a:lumOff val="10000"/>
                </a:schemeClr>
              </a:solidFill>
              <a:effectLst/>
              <a:latin typeface="Slack-Lato"/>
            </a:endParaRPr>
          </a:p>
          <a:p>
            <a:pPr algn="l">
              <a:buFont typeface="Arial" panose="020B0604020202020204" pitchFamily="34" charset="0"/>
              <a:buChar char="•"/>
            </a:pPr>
            <a:r>
              <a:rPr lang="en-GB" sz="1400" b="0" i="0" dirty="0">
                <a:solidFill>
                  <a:schemeClr val="tx2">
                    <a:lumMod val="90000"/>
                    <a:lumOff val="10000"/>
                  </a:schemeClr>
                </a:solidFill>
                <a:effectLst/>
                <a:latin typeface="Slack-Lato"/>
              </a:rPr>
              <a:t> Your first task will be to define the context and the scope of the project: I expect you to really take the time to understand the project and to learn as much as possible about the concepts it will introduce.</a:t>
            </a:r>
          </a:p>
          <a:p>
            <a:pPr algn="l">
              <a:buFont typeface="Arial" panose="020B0604020202020204" pitchFamily="34" charset="0"/>
              <a:buChar char="•"/>
            </a:pPr>
            <a:endParaRPr lang="en-GB" sz="1400" b="0" i="0" dirty="0">
              <a:solidFill>
                <a:schemeClr val="tx2">
                  <a:lumMod val="90000"/>
                  <a:lumOff val="10000"/>
                </a:schemeClr>
              </a:solidFill>
              <a:effectLst/>
              <a:latin typeface="Slack-Lato"/>
            </a:endParaRPr>
          </a:p>
          <a:p>
            <a:pPr algn="l">
              <a:buFont typeface="Arial" panose="020B0604020202020204" pitchFamily="34" charset="0"/>
              <a:buChar char="•"/>
            </a:pPr>
            <a:r>
              <a:rPr lang="en-GB" sz="1400" b="0" i="0" dirty="0">
                <a:solidFill>
                  <a:schemeClr val="tx2">
                    <a:lumMod val="90000"/>
                    <a:lumOff val="10000"/>
                  </a:schemeClr>
                </a:solidFill>
                <a:effectLst/>
                <a:latin typeface="Slack-Lato"/>
              </a:rPr>
              <a:t> You will then have to take in hand and discover your dataset and make an almost exhaustive analysis of it in order to highlight the structure, the difficulties and possible biases of the dataset. </a:t>
            </a:r>
            <a:endParaRPr lang="en-GB" sz="1400" b="0" i="0" u="none" strike="noStrike" dirty="0">
              <a:solidFill>
                <a:schemeClr val="tx2">
                  <a:lumMod val="90000"/>
                  <a:lumOff val="10000"/>
                </a:schemeClr>
              </a:solidFill>
              <a:effectLst/>
              <a:latin typeface="Slack-Lato"/>
            </a:endParaRPr>
          </a:p>
          <a:p>
            <a:pPr algn="l"/>
            <a:endParaRPr lang="en-GB" sz="1400" b="0" i="0" dirty="0">
              <a:solidFill>
                <a:schemeClr val="tx2">
                  <a:lumMod val="90000"/>
                  <a:lumOff val="10000"/>
                </a:schemeClr>
              </a:solidFill>
              <a:effectLst/>
              <a:latin typeface="Slack-Lato"/>
            </a:endParaRPr>
          </a:p>
          <a:p>
            <a:pPr algn="l">
              <a:buFont typeface="Arial" panose="020B0604020202020204" pitchFamily="34" charset="0"/>
              <a:buChar char="•"/>
            </a:pPr>
            <a:r>
              <a:rPr lang="en-GB" sz="1400" b="0" i="0" dirty="0">
                <a:solidFill>
                  <a:schemeClr val="tx2">
                    <a:lumMod val="90000"/>
                    <a:lumOff val="10000"/>
                  </a:schemeClr>
                </a:solidFill>
                <a:effectLst/>
                <a:latin typeface="Slack-Lato"/>
              </a:rPr>
              <a:t> I will also expect at least 5 graphical representations built from your dataset, visual and especially relevant. For each of them I will expect:</a:t>
            </a:r>
          </a:p>
          <a:p>
            <a:pPr algn="l">
              <a:buFont typeface="Arial" panose="020B0604020202020204" pitchFamily="34" charset="0"/>
              <a:buChar char="•"/>
            </a:pPr>
            <a:endParaRPr lang="en-GB" sz="1400" b="0" i="0" dirty="0">
              <a:solidFill>
                <a:schemeClr val="tx2">
                  <a:lumMod val="90000"/>
                  <a:lumOff val="10000"/>
                </a:schemeClr>
              </a:solidFill>
              <a:effectLst/>
              <a:latin typeface="Slack-Lato"/>
            </a:endParaRPr>
          </a:p>
          <a:p>
            <a:pPr algn="l">
              <a:buFont typeface="Arial" panose="020B0604020202020204" pitchFamily="34" charset="0"/>
              <a:buChar char="•"/>
            </a:pPr>
            <a:r>
              <a:rPr lang="en-GB" sz="1400" b="0" i="0" dirty="0">
                <a:solidFill>
                  <a:schemeClr val="tx2">
                    <a:lumMod val="90000"/>
                    <a:lumOff val="10000"/>
                  </a:schemeClr>
                </a:solidFill>
                <a:effectLst/>
                <a:latin typeface="Slack-Lato"/>
              </a:rPr>
              <a:t> A precise commentary, which analyses the figure and provides a “business” opinion.</a:t>
            </a:r>
          </a:p>
          <a:p>
            <a:pPr algn="l">
              <a:buFont typeface="Arial" panose="020B0604020202020204" pitchFamily="34" charset="0"/>
              <a:buChar char="•"/>
            </a:pPr>
            <a:endParaRPr lang="en-GB" sz="1400" b="0" i="0" dirty="0">
              <a:solidFill>
                <a:schemeClr val="tx2">
                  <a:lumMod val="90000"/>
                  <a:lumOff val="10000"/>
                </a:schemeClr>
              </a:solidFill>
              <a:effectLst/>
              <a:latin typeface="Slack-Lato"/>
            </a:endParaRPr>
          </a:p>
          <a:p>
            <a:pPr algn="l">
              <a:buFont typeface="Arial" panose="020B0604020202020204" pitchFamily="34" charset="0"/>
              <a:buChar char="•"/>
            </a:pPr>
            <a:r>
              <a:rPr lang="en-GB" sz="1400" b="0" i="0" dirty="0">
                <a:solidFill>
                  <a:schemeClr val="tx2">
                    <a:lumMod val="90000"/>
                    <a:lumOff val="10000"/>
                  </a:schemeClr>
                </a:solidFill>
                <a:effectLst/>
                <a:latin typeface="Slack-Lato"/>
              </a:rPr>
              <a:t> A validation of the observation by data manipulation or a statistical test.   </a:t>
            </a:r>
            <a:r>
              <a:rPr lang="en-GB" sz="1400" b="0" i="0" dirty="0">
                <a:solidFill>
                  <a:schemeClr val="tx2">
                    <a:lumMod val="90000"/>
                    <a:lumOff val="10000"/>
                  </a:schemeClr>
                </a:solidFill>
                <a:effectLst/>
                <a:highlight>
                  <a:srgbClr val="FF0000"/>
                </a:highlight>
                <a:latin typeface="Slack-Lato"/>
              </a:rPr>
              <a:t>(????, Corr, Data types, </a:t>
            </a:r>
            <a:r>
              <a:rPr lang="en-GB" sz="1400" b="0" i="0" dirty="0" err="1">
                <a:solidFill>
                  <a:schemeClr val="tx2">
                    <a:lumMod val="90000"/>
                    <a:lumOff val="10000"/>
                  </a:schemeClr>
                </a:solidFill>
                <a:effectLst/>
                <a:highlight>
                  <a:srgbClr val="FF0000"/>
                </a:highlight>
                <a:latin typeface="Slack-Lato"/>
              </a:rPr>
              <a:t>groupby</a:t>
            </a:r>
            <a:r>
              <a:rPr lang="en-GB" sz="1400" b="0" i="0" dirty="0">
                <a:solidFill>
                  <a:schemeClr val="tx2">
                    <a:lumMod val="90000"/>
                    <a:lumOff val="10000"/>
                  </a:schemeClr>
                </a:solidFill>
                <a:effectLst/>
                <a:highlight>
                  <a:srgbClr val="FF0000"/>
                </a:highlight>
                <a:latin typeface="Slack-Lato"/>
              </a:rPr>
              <a:t>, assignees)</a:t>
            </a:r>
          </a:p>
        </p:txBody>
      </p:sp>
      <p:sp>
        <p:nvSpPr>
          <p:cNvPr id="6" name="Textfeld 5">
            <a:extLst>
              <a:ext uri="{FF2B5EF4-FFF2-40B4-BE49-F238E27FC236}">
                <a16:creationId xmlns:a16="http://schemas.microsoft.com/office/drawing/2014/main" id="{2F7930C8-37FE-4580-82DC-3C74634B2C56}"/>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7" name="Textfeld 6">
            <a:extLst>
              <a:ext uri="{FF2B5EF4-FFF2-40B4-BE49-F238E27FC236}">
                <a16:creationId xmlns:a16="http://schemas.microsoft.com/office/drawing/2014/main" id="{5E100E2E-0975-8638-CD94-16096745BF06}"/>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Roadmap</a:t>
            </a:r>
            <a:endParaRPr lang="en-GB" sz="2000" b="1" dirty="0">
              <a:solidFill>
                <a:schemeClr val="tx2">
                  <a:lumMod val="90000"/>
                  <a:lumOff val="10000"/>
                </a:schemeClr>
              </a:solidFill>
            </a:endParaRPr>
          </a:p>
        </p:txBody>
      </p:sp>
      <p:sp>
        <p:nvSpPr>
          <p:cNvPr id="9" name="Foliennummernplatzhalter 8">
            <a:extLst>
              <a:ext uri="{FF2B5EF4-FFF2-40B4-BE49-F238E27FC236}">
                <a16:creationId xmlns:a16="http://schemas.microsoft.com/office/drawing/2014/main" id="{157528AE-DAB6-6DA6-518D-75A8307A7560}"/>
              </a:ext>
            </a:extLst>
          </p:cNvPr>
          <p:cNvSpPr>
            <a:spLocks noGrp="1"/>
          </p:cNvSpPr>
          <p:nvPr>
            <p:ph type="sldNum" sz="quarter" idx="12"/>
          </p:nvPr>
        </p:nvSpPr>
        <p:spPr/>
        <p:txBody>
          <a:bodyPr/>
          <a:lstStyle/>
          <a:p>
            <a:fld id="{6DED5E57-D273-4B8D-B4BF-9D93A9F3F1BA}" type="slidenum">
              <a:rPr lang="en-GB" smtClean="0"/>
              <a:t>2</a:t>
            </a:fld>
            <a:endParaRPr lang="en-GB"/>
          </a:p>
        </p:txBody>
      </p:sp>
      <p:sp>
        <p:nvSpPr>
          <p:cNvPr id="10" name="Textfeld 9">
            <a:extLst>
              <a:ext uri="{FF2B5EF4-FFF2-40B4-BE49-F238E27FC236}">
                <a16:creationId xmlns:a16="http://schemas.microsoft.com/office/drawing/2014/main" id="{AC17AD1D-9DB7-F4BA-D75E-2B0E58FFF3BB}"/>
              </a:ext>
            </a:extLst>
          </p:cNvPr>
          <p:cNvSpPr txBox="1"/>
          <p:nvPr/>
        </p:nvSpPr>
        <p:spPr>
          <a:xfrm>
            <a:off x="484091" y="1497105"/>
            <a:ext cx="735110" cy="3754874"/>
          </a:xfrm>
          <a:prstGeom prst="rect">
            <a:avLst/>
          </a:prstGeom>
          <a:noFill/>
        </p:spPr>
        <p:txBody>
          <a:bodyPr wrap="square" rtlCol="0">
            <a:spAutoFit/>
          </a:bodyPr>
          <a:lstStyle/>
          <a:p>
            <a:r>
              <a:rPr lang="de-DE" sz="1400" b="1" dirty="0" err="1">
                <a:solidFill>
                  <a:schemeClr val="tx2">
                    <a:lumMod val="90000"/>
                    <a:lumOff val="10000"/>
                  </a:schemeClr>
                </a:solidFill>
              </a:rPr>
              <a:t>Done</a:t>
            </a:r>
            <a:r>
              <a:rPr lang="de-DE" sz="1400" b="1" dirty="0">
                <a:solidFill>
                  <a:schemeClr val="tx2">
                    <a:lumMod val="90000"/>
                    <a:lumOff val="10000"/>
                  </a:schemeClr>
                </a:solidFill>
              </a:rPr>
              <a:t>?</a:t>
            </a:r>
          </a:p>
          <a:p>
            <a:endParaRPr lang="de-DE" sz="1400" b="1" dirty="0">
              <a:solidFill>
                <a:schemeClr val="tx2">
                  <a:lumMod val="90000"/>
                  <a:lumOff val="10000"/>
                </a:schemeClr>
              </a:solidFill>
            </a:endParaRPr>
          </a:p>
          <a:p>
            <a:r>
              <a:rPr lang="de-DE" sz="1400" b="1" dirty="0">
                <a:solidFill>
                  <a:srgbClr val="92D050"/>
                </a:solidFill>
                <a:sym typeface="Wingdings 2" panose="05020102010507070707" pitchFamily="18" charset="2"/>
              </a:rPr>
              <a:t></a:t>
            </a:r>
          </a:p>
          <a:p>
            <a:endParaRPr lang="de-DE" sz="1400" b="1" dirty="0">
              <a:solidFill>
                <a:schemeClr val="tx2">
                  <a:lumMod val="90000"/>
                  <a:lumOff val="10000"/>
                </a:schemeClr>
              </a:solidFill>
            </a:endParaRPr>
          </a:p>
          <a:p>
            <a:endParaRPr lang="de-DE" sz="1400" b="1" dirty="0">
              <a:solidFill>
                <a:srgbClr val="FF0000"/>
              </a:solidFill>
            </a:endParaRPr>
          </a:p>
          <a:p>
            <a:endParaRPr lang="de-DE" sz="1400" b="1" dirty="0">
              <a:solidFill>
                <a:srgbClr val="FF0000"/>
              </a:solidFill>
            </a:endParaRPr>
          </a:p>
          <a:p>
            <a:r>
              <a:rPr lang="de-DE" sz="1400" b="1" dirty="0">
                <a:solidFill>
                  <a:srgbClr val="92D050"/>
                </a:solidFill>
                <a:sym typeface="Wingdings 2" panose="05020102010507070707" pitchFamily="18" charset="2"/>
              </a:rPr>
              <a:t></a:t>
            </a: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r>
              <a:rPr lang="de-DE" sz="1400" b="1" dirty="0">
                <a:solidFill>
                  <a:srgbClr val="92D050"/>
                </a:solidFill>
                <a:sym typeface="Wingdings 2" panose="05020102010507070707" pitchFamily="18" charset="2"/>
              </a:rPr>
              <a:t></a:t>
            </a: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r>
              <a:rPr lang="de-DE" sz="1400" b="1" dirty="0">
                <a:solidFill>
                  <a:srgbClr val="92D050"/>
                </a:solidFill>
                <a:sym typeface="Wingdings 2" panose="05020102010507070707" pitchFamily="18" charset="2"/>
              </a:rPr>
              <a:t></a:t>
            </a:r>
          </a:p>
          <a:p>
            <a:endParaRPr lang="de-DE" sz="1400" b="1" dirty="0">
              <a:solidFill>
                <a:srgbClr val="FF0000"/>
              </a:solidFill>
              <a:sym typeface="Wingdings 2" panose="05020102010507070707" pitchFamily="18" charset="2"/>
            </a:endParaRPr>
          </a:p>
          <a:p>
            <a:r>
              <a:rPr lang="de-DE" sz="1400" b="1" dirty="0">
                <a:solidFill>
                  <a:srgbClr val="FF0000"/>
                </a:solidFill>
                <a:sym typeface="Wingdings 2" panose="05020102010507070707" pitchFamily="18" charset="2"/>
              </a:rPr>
              <a:t></a:t>
            </a:r>
            <a:endParaRPr lang="de-DE" sz="1400" b="1" dirty="0">
              <a:solidFill>
                <a:srgbClr val="FF0000"/>
              </a:solidFill>
            </a:endParaRPr>
          </a:p>
          <a:p>
            <a:endParaRPr lang="de-DE" sz="1400" b="1" dirty="0">
              <a:solidFill>
                <a:srgbClr val="FF0000"/>
              </a:solidFill>
            </a:endParaRPr>
          </a:p>
        </p:txBody>
      </p:sp>
    </p:spTree>
    <p:extLst>
      <p:ext uri="{BB962C8B-B14F-4D97-AF65-F5344CB8AC3E}">
        <p14:creationId xmlns:p14="http://schemas.microsoft.com/office/powerpoint/2010/main" val="991073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47293C36-6BC0-8445-BEC5-E367A784685E}"/>
              </a:ext>
            </a:extLst>
          </p:cNvPr>
          <p:cNvSpPr txBox="1"/>
          <p:nvPr/>
        </p:nvSpPr>
        <p:spPr>
          <a:xfrm>
            <a:off x="1183339" y="1505132"/>
            <a:ext cx="6096000" cy="3323987"/>
          </a:xfrm>
          <a:prstGeom prst="rect">
            <a:avLst/>
          </a:prstGeom>
          <a:noFill/>
        </p:spPr>
        <p:txBody>
          <a:bodyPr wrap="square">
            <a:spAutoFit/>
          </a:bodyPr>
          <a:lstStyle/>
          <a:p>
            <a:pPr algn="l"/>
            <a:r>
              <a:rPr lang="en-GB" sz="1400" b="1" i="0" dirty="0">
                <a:solidFill>
                  <a:schemeClr val="tx2">
                    <a:lumMod val="90000"/>
                    <a:lumOff val="10000"/>
                  </a:schemeClr>
                </a:solidFill>
                <a:effectLst/>
                <a:latin typeface="Slack-Lato"/>
              </a:rPr>
              <a:t>Step 2) </a:t>
            </a:r>
            <a:r>
              <a:rPr lang="en-GB" sz="1400" b="0" i="0" dirty="0">
                <a:solidFill>
                  <a:schemeClr val="tx2">
                    <a:lumMod val="90000"/>
                    <a:lumOff val="10000"/>
                  </a:schemeClr>
                </a:solidFill>
                <a:effectLst/>
                <a:latin typeface="Slack-Lato"/>
              </a:rPr>
              <a:t>Pre-processing and feature engineering : </a:t>
            </a:r>
            <a:r>
              <a:rPr lang="en-GB" sz="1400" b="1" i="0" dirty="0">
                <a:solidFill>
                  <a:schemeClr val="tx2">
                    <a:lumMod val="90000"/>
                    <a:lumOff val="10000"/>
                  </a:schemeClr>
                </a:solidFill>
                <a:effectLst/>
                <a:latin typeface="Slack-Lato"/>
              </a:rPr>
              <a:t>Deadline Friday, January 19</a:t>
            </a:r>
            <a:r>
              <a:rPr lang="en-GB" sz="1400" b="1" i="0" baseline="30000" dirty="0">
                <a:solidFill>
                  <a:schemeClr val="tx2">
                    <a:lumMod val="90000"/>
                    <a:lumOff val="10000"/>
                  </a:schemeClr>
                </a:solidFill>
                <a:effectLst/>
                <a:latin typeface="Slack-Lato"/>
              </a:rPr>
              <a:t>th</a:t>
            </a:r>
            <a:endParaRPr lang="en-GB" sz="1400" b="1" i="0" dirty="0">
              <a:solidFill>
                <a:schemeClr val="tx2">
                  <a:lumMod val="90000"/>
                  <a:lumOff val="10000"/>
                </a:schemeClr>
              </a:solidFill>
              <a:effectLst/>
              <a:latin typeface="Slack-Lato"/>
            </a:endParaRPr>
          </a:p>
          <a:p>
            <a:pPr algn="l"/>
            <a:endParaRPr lang="en-GB" sz="1400" b="0" i="0" dirty="0">
              <a:solidFill>
                <a:schemeClr val="tx2">
                  <a:lumMod val="90000"/>
                  <a:lumOff val="10000"/>
                </a:schemeClr>
              </a:solidFill>
              <a:effectLst/>
              <a:latin typeface="Slack-Lato"/>
            </a:endParaRPr>
          </a:p>
          <a:p>
            <a:pPr marL="285750" indent="-285750" algn="l">
              <a:buFont typeface="Arial" panose="020B0604020202020204" pitchFamily="34" charset="0"/>
              <a:buChar char="•"/>
            </a:pPr>
            <a:r>
              <a:rPr lang="en-GB" sz="1400" b="0" i="0" dirty="0">
                <a:solidFill>
                  <a:schemeClr val="tx2">
                    <a:lumMod val="90000"/>
                    <a:lumOff val="10000"/>
                  </a:schemeClr>
                </a:solidFill>
                <a:effectLst/>
                <a:latin typeface="Slack-Lato"/>
              </a:rPr>
              <a:t>Following the observations made in the previous step, you will have to clean your dataset and perform the pre-processing steps.</a:t>
            </a:r>
          </a:p>
          <a:p>
            <a:pPr algn="l"/>
            <a:br>
              <a:rPr lang="en-GB" sz="1400" b="0" i="0" dirty="0">
                <a:solidFill>
                  <a:schemeClr val="tx2">
                    <a:lumMod val="90000"/>
                    <a:lumOff val="10000"/>
                  </a:schemeClr>
                </a:solidFill>
                <a:effectLst/>
                <a:latin typeface="Slack-Lato"/>
              </a:rPr>
            </a:br>
            <a:r>
              <a:rPr lang="en-GB" sz="1400" b="0" i="0" dirty="0">
                <a:solidFill>
                  <a:schemeClr val="tx2">
                    <a:lumMod val="90000"/>
                    <a:lumOff val="10000"/>
                  </a:schemeClr>
                </a:solidFill>
                <a:effectLst/>
                <a:latin typeface="Slack-Lato"/>
              </a:rPr>
              <a:t>If necessary, you will have to transform and/or add features and enrich your dataset.</a:t>
            </a:r>
          </a:p>
          <a:p>
            <a:pPr algn="l"/>
            <a:br>
              <a:rPr lang="en-GB" sz="1400" b="0" i="0" dirty="0">
                <a:solidFill>
                  <a:schemeClr val="tx2">
                    <a:lumMod val="90000"/>
                    <a:lumOff val="10000"/>
                  </a:schemeClr>
                </a:solidFill>
                <a:effectLst/>
                <a:latin typeface="Slack-Lato"/>
              </a:rPr>
            </a:br>
            <a:r>
              <a:rPr lang="en-GB" sz="1400" b="0" i="0" dirty="0">
                <a:solidFill>
                  <a:schemeClr val="tx2">
                    <a:lumMod val="90000"/>
                    <a:lumOff val="10000"/>
                  </a:schemeClr>
                </a:solidFill>
                <a:effectLst/>
                <a:latin typeface="Slack-Lato"/>
              </a:rPr>
              <a:t>The objective at the end of this step is to have a dataset ready to perform in-depth analysis and/or </a:t>
            </a:r>
            <a:r>
              <a:rPr lang="en-GB" sz="1400" b="0" i="0" dirty="0" err="1">
                <a:solidFill>
                  <a:schemeClr val="tx2">
                    <a:lumMod val="90000"/>
                    <a:lumOff val="10000"/>
                  </a:schemeClr>
                </a:solidFill>
                <a:effectLst/>
                <a:latin typeface="Slack-Lato"/>
              </a:rPr>
              <a:t>modeling</a:t>
            </a:r>
            <a:r>
              <a:rPr lang="en-GB" sz="1400" b="0" i="0" dirty="0">
                <a:solidFill>
                  <a:schemeClr val="tx2">
                    <a:lumMod val="90000"/>
                    <a:lumOff val="10000"/>
                  </a:schemeClr>
                </a:solidFill>
                <a:effectLst/>
                <a:latin typeface="Slack-Lato"/>
              </a:rPr>
              <a:t> using Machine (and Deep) Learning.</a:t>
            </a:r>
          </a:p>
          <a:p>
            <a:pPr algn="l"/>
            <a:endParaRPr lang="en-GB" sz="1400" b="0" i="0" dirty="0">
              <a:solidFill>
                <a:schemeClr val="tx2">
                  <a:lumMod val="90000"/>
                  <a:lumOff val="10000"/>
                </a:schemeClr>
              </a:solidFill>
              <a:effectLst/>
              <a:latin typeface="Slack-Lato"/>
            </a:endParaRPr>
          </a:p>
          <a:p>
            <a:pPr algn="l"/>
            <a:r>
              <a:rPr lang="en-GB" sz="1400" b="1" i="0" dirty="0">
                <a:solidFill>
                  <a:schemeClr val="tx2">
                    <a:lumMod val="90000"/>
                    <a:lumOff val="10000"/>
                  </a:schemeClr>
                </a:solidFill>
                <a:effectLst/>
                <a:latin typeface="Slack-Lato"/>
              </a:rPr>
              <a:t>Rendering 1: </a:t>
            </a:r>
            <a:r>
              <a:rPr lang="en-GB" sz="1400" b="0" i="0" dirty="0">
                <a:solidFill>
                  <a:schemeClr val="tx2">
                    <a:lumMod val="90000"/>
                    <a:lumOff val="10000"/>
                  </a:schemeClr>
                </a:solidFill>
                <a:effectLst/>
                <a:latin typeface="Slack-Lato"/>
              </a:rPr>
              <a:t>data exploration, data visualization and pre-processing report.</a:t>
            </a:r>
            <a:br>
              <a:rPr lang="en-GB" sz="1400" b="0" i="0" dirty="0">
                <a:solidFill>
                  <a:schemeClr val="tx2">
                    <a:lumMod val="90000"/>
                    <a:lumOff val="10000"/>
                  </a:schemeClr>
                </a:solidFill>
                <a:effectLst/>
                <a:latin typeface="Slack-Lato"/>
              </a:rPr>
            </a:br>
            <a:r>
              <a:rPr lang="en-GB" sz="1400" b="0" i="0" dirty="0">
                <a:solidFill>
                  <a:schemeClr val="tx2">
                    <a:lumMod val="90000"/>
                    <a:lumOff val="10000"/>
                  </a:schemeClr>
                </a:solidFill>
                <a:effectLst/>
                <a:latin typeface="Slack-Lato"/>
              </a:rPr>
              <a:t>After rendering 1, if not already done, I will instantiate a GitHub repo for your group, which will have to respect the template provided and be sent to the jury with the final report.</a:t>
            </a:r>
          </a:p>
        </p:txBody>
      </p:sp>
      <p:sp>
        <p:nvSpPr>
          <p:cNvPr id="6" name="Textfeld 5">
            <a:extLst>
              <a:ext uri="{FF2B5EF4-FFF2-40B4-BE49-F238E27FC236}">
                <a16:creationId xmlns:a16="http://schemas.microsoft.com/office/drawing/2014/main" id="{0619FE8A-0CD1-4869-99F7-BAEBC8B18F57}"/>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7" name="Textfeld 6">
            <a:extLst>
              <a:ext uri="{FF2B5EF4-FFF2-40B4-BE49-F238E27FC236}">
                <a16:creationId xmlns:a16="http://schemas.microsoft.com/office/drawing/2014/main" id="{B5FBF168-57E6-B433-95BF-B103F97F85E2}"/>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Roadmap</a:t>
            </a:r>
            <a:endParaRPr lang="en-GB" sz="2000" b="1" dirty="0">
              <a:solidFill>
                <a:schemeClr val="tx2">
                  <a:lumMod val="90000"/>
                  <a:lumOff val="10000"/>
                </a:schemeClr>
              </a:solidFill>
            </a:endParaRPr>
          </a:p>
        </p:txBody>
      </p:sp>
      <p:sp>
        <p:nvSpPr>
          <p:cNvPr id="9" name="Foliennummernplatzhalter 8">
            <a:extLst>
              <a:ext uri="{FF2B5EF4-FFF2-40B4-BE49-F238E27FC236}">
                <a16:creationId xmlns:a16="http://schemas.microsoft.com/office/drawing/2014/main" id="{811EBA28-E370-3A89-0EA0-59A93B3B63D3}"/>
              </a:ext>
            </a:extLst>
          </p:cNvPr>
          <p:cNvSpPr>
            <a:spLocks noGrp="1"/>
          </p:cNvSpPr>
          <p:nvPr>
            <p:ph type="sldNum" sz="quarter" idx="12"/>
          </p:nvPr>
        </p:nvSpPr>
        <p:spPr/>
        <p:txBody>
          <a:bodyPr/>
          <a:lstStyle/>
          <a:p>
            <a:fld id="{6DED5E57-D273-4B8D-B4BF-9D93A9F3F1BA}" type="slidenum">
              <a:rPr lang="en-GB" smtClean="0"/>
              <a:t>3</a:t>
            </a:fld>
            <a:endParaRPr lang="en-GB"/>
          </a:p>
        </p:txBody>
      </p:sp>
      <p:sp>
        <p:nvSpPr>
          <p:cNvPr id="10" name="Textfeld 9">
            <a:extLst>
              <a:ext uri="{FF2B5EF4-FFF2-40B4-BE49-F238E27FC236}">
                <a16:creationId xmlns:a16="http://schemas.microsoft.com/office/drawing/2014/main" id="{CF98A8D1-481D-F345-D9AB-C912444F9A32}"/>
              </a:ext>
            </a:extLst>
          </p:cNvPr>
          <p:cNvSpPr txBox="1"/>
          <p:nvPr/>
        </p:nvSpPr>
        <p:spPr>
          <a:xfrm>
            <a:off x="484091" y="1497105"/>
            <a:ext cx="735110" cy="2893100"/>
          </a:xfrm>
          <a:prstGeom prst="rect">
            <a:avLst/>
          </a:prstGeom>
          <a:noFill/>
        </p:spPr>
        <p:txBody>
          <a:bodyPr wrap="square" rtlCol="0">
            <a:spAutoFit/>
          </a:bodyPr>
          <a:lstStyle/>
          <a:p>
            <a:r>
              <a:rPr lang="de-DE" sz="1400" b="1" dirty="0" err="1">
                <a:solidFill>
                  <a:schemeClr val="tx2">
                    <a:lumMod val="90000"/>
                    <a:lumOff val="10000"/>
                  </a:schemeClr>
                </a:solidFill>
              </a:rPr>
              <a:t>Done</a:t>
            </a:r>
            <a:r>
              <a:rPr lang="de-DE" sz="1400" b="1" dirty="0">
                <a:solidFill>
                  <a:schemeClr val="tx2">
                    <a:lumMod val="90000"/>
                    <a:lumOff val="10000"/>
                  </a:schemeClr>
                </a:solidFill>
              </a:rPr>
              <a:t>?</a:t>
            </a:r>
          </a:p>
          <a:p>
            <a:endParaRPr lang="de-DE" sz="1400" b="1" dirty="0">
              <a:solidFill>
                <a:srgbClr val="FF0000"/>
              </a:solidFill>
              <a:sym typeface="Wingdings 2" panose="05020102010507070707" pitchFamily="18" charset="2"/>
            </a:endParaRPr>
          </a:p>
          <a:p>
            <a:r>
              <a:rPr lang="de-DE" sz="1400" b="1" dirty="0">
                <a:solidFill>
                  <a:srgbClr val="FF0000"/>
                </a:solidFill>
                <a:sym typeface="Wingdings 2" panose="05020102010507070707" pitchFamily="18" charset="2"/>
              </a:rPr>
              <a:t></a:t>
            </a: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r>
              <a:rPr lang="de-DE" sz="1400" b="1" dirty="0">
                <a:solidFill>
                  <a:srgbClr val="FF0000"/>
                </a:solidFill>
                <a:sym typeface="Wingdings 2" panose="05020102010507070707" pitchFamily="18" charset="2"/>
              </a:rPr>
              <a:t></a:t>
            </a:r>
            <a:endParaRPr lang="de-DE" sz="1400" b="1" dirty="0">
              <a:solidFill>
                <a:srgbClr val="FF0000"/>
              </a:solidFill>
            </a:endParaRPr>
          </a:p>
          <a:p>
            <a:endParaRPr lang="de-DE" sz="1400" b="1" dirty="0">
              <a:solidFill>
                <a:srgbClr val="FF0000"/>
              </a:solidFill>
            </a:endParaRPr>
          </a:p>
        </p:txBody>
      </p:sp>
    </p:spTree>
    <p:extLst>
      <p:ext uri="{BB962C8B-B14F-4D97-AF65-F5344CB8AC3E}">
        <p14:creationId xmlns:p14="http://schemas.microsoft.com/office/powerpoint/2010/main" val="4067083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6B498C0F-D20C-8CB0-8A93-A00843E56BCB}"/>
              </a:ext>
            </a:extLst>
          </p:cNvPr>
          <p:cNvSpPr txBox="1"/>
          <p:nvPr/>
        </p:nvSpPr>
        <p:spPr>
          <a:xfrm>
            <a:off x="1281950" y="1484516"/>
            <a:ext cx="6096000" cy="4185761"/>
          </a:xfrm>
          <a:prstGeom prst="rect">
            <a:avLst/>
          </a:prstGeom>
          <a:noFill/>
        </p:spPr>
        <p:txBody>
          <a:bodyPr wrap="square">
            <a:spAutoFit/>
          </a:bodyPr>
          <a:lstStyle/>
          <a:p>
            <a:pPr algn="l"/>
            <a:r>
              <a:rPr lang="en-GB" sz="1400" b="1" i="0" dirty="0">
                <a:solidFill>
                  <a:schemeClr val="tx2">
                    <a:lumMod val="90000"/>
                    <a:lumOff val="10000"/>
                  </a:schemeClr>
                </a:solidFill>
                <a:effectLst/>
                <a:latin typeface="Slack-Lato"/>
              </a:rPr>
              <a:t>Step 3) </a:t>
            </a:r>
            <a:r>
              <a:rPr lang="en-GB" sz="1400" b="0" i="0" dirty="0" err="1">
                <a:solidFill>
                  <a:schemeClr val="tx2">
                    <a:lumMod val="90000"/>
                    <a:lumOff val="10000"/>
                  </a:schemeClr>
                </a:solidFill>
                <a:effectLst/>
                <a:latin typeface="Slack-Lato"/>
              </a:rPr>
              <a:t>Modeling</a:t>
            </a:r>
            <a:r>
              <a:rPr lang="en-GB" sz="1400" b="0" i="0" dirty="0">
                <a:solidFill>
                  <a:schemeClr val="tx2">
                    <a:lumMod val="90000"/>
                    <a:lumOff val="10000"/>
                  </a:schemeClr>
                </a:solidFill>
                <a:effectLst/>
                <a:latin typeface="Slack-Lato"/>
              </a:rPr>
              <a:t> :</a:t>
            </a:r>
            <a:br>
              <a:rPr lang="en-GB" sz="1400" b="0" i="0" dirty="0">
                <a:solidFill>
                  <a:schemeClr val="tx2">
                    <a:lumMod val="90000"/>
                    <a:lumOff val="10000"/>
                  </a:schemeClr>
                </a:solidFill>
                <a:effectLst/>
                <a:latin typeface="Slack-Lato"/>
              </a:rPr>
            </a:br>
            <a:endParaRPr lang="en-GB" sz="1400" b="0" i="0" dirty="0">
              <a:solidFill>
                <a:schemeClr val="tx2">
                  <a:lumMod val="90000"/>
                  <a:lumOff val="10000"/>
                </a:schemeClr>
              </a:solidFill>
              <a:effectLst/>
              <a:latin typeface="Slack-Lato"/>
            </a:endParaRPr>
          </a:p>
          <a:p>
            <a:pPr algn="l">
              <a:buFont typeface="Arial" panose="020B0604020202020204" pitchFamily="34" charset="0"/>
              <a:buChar char="•"/>
            </a:pPr>
            <a:r>
              <a:rPr lang="en-GB" sz="1400" b="0" i="0" dirty="0">
                <a:solidFill>
                  <a:schemeClr val="tx2">
                    <a:lumMod val="90000"/>
                    <a:lumOff val="10000"/>
                  </a:schemeClr>
                </a:solidFill>
                <a:effectLst/>
                <a:latin typeface="Slack-Lato"/>
              </a:rPr>
              <a:t>Step 1 : </a:t>
            </a:r>
            <a:r>
              <a:rPr lang="en-GB" sz="1400" b="1" i="0" dirty="0">
                <a:solidFill>
                  <a:schemeClr val="tx2">
                    <a:lumMod val="90000"/>
                    <a:lumOff val="10000"/>
                  </a:schemeClr>
                </a:solidFill>
                <a:effectLst/>
                <a:latin typeface="Slack-Lato"/>
              </a:rPr>
              <a:t>Deadline Friday, January </a:t>
            </a:r>
            <a:r>
              <a:rPr lang="en-GB" sz="1400" b="1" dirty="0">
                <a:solidFill>
                  <a:schemeClr val="tx2">
                    <a:lumMod val="90000"/>
                    <a:lumOff val="10000"/>
                  </a:schemeClr>
                </a:solidFill>
                <a:latin typeface="Slack-Lato"/>
              </a:rPr>
              <a:t>30</a:t>
            </a:r>
            <a:r>
              <a:rPr lang="en-GB" sz="1400" b="1" i="0" dirty="0">
                <a:solidFill>
                  <a:schemeClr val="tx2">
                    <a:lumMod val="90000"/>
                    <a:lumOff val="10000"/>
                  </a:schemeClr>
                </a:solidFill>
                <a:effectLst/>
                <a:latin typeface="Slack-Lato"/>
              </a:rPr>
              <a:t>th</a:t>
            </a:r>
            <a:endParaRPr lang="en-GB" sz="1400" b="0" i="0" dirty="0">
              <a:solidFill>
                <a:schemeClr val="tx2">
                  <a:lumMod val="90000"/>
                  <a:lumOff val="10000"/>
                </a:schemeClr>
              </a:solidFill>
              <a:effectLst/>
              <a:latin typeface="Slack-Lato"/>
            </a:endParaRPr>
          </a:p>
          <a:p>
            <a:pPr marL="742950" lvl="1" indent="-285750" algn="l">
              <a:buFont typeface="Arial" panose="020B0604020202020204" pitchFamily="34" charset="0"/>
              <a:buChar char="•"/>
            </a:pPr>
            <a:r>
              <a:rPr lang="en-GB" sz="1400" b="0" i="0" dirty="0">
                <a:solidFill>
                  <a:schemeClr val="tx2">
                    <a:lumMod val="90000"/>
                    <a:lumOff val="10000"/>
                  </a:schemeClr>
                </a:solidFill>
                <a:effectLst/>
                <a:latin typeface="Slack-Lato"/>
              </a:rPr>
              <a:t>Elaboration of the first </a:t>
            </a:r>
            <a:r>
              <a:rPr lang="en-GB" sz="1400" b="0" i="0" dirty="0" err="1">
                <a:solidFill>
                  <a:schemeClr val="tx2">
                    <a:lumMod val="90000"/>
                    <a:lumOff val="10000"/>
                  </a:schemeClr>
                </a:solidFill>
                <a:effectLst/>
                <a:latin typeface="Slack-Lato"/>
              </a:rPr>
              <a:t>modeling</a:t>
            </a:r>
            <a:r>
              <a:rPr lang="en-GB" sz="1400" b="0" i="0" dirty="0">
                <a:solidFill>
                  <a:schemeClr val="tx2">
                    <a:lumMod val="90000"/>
                    <a:lumOff val="10000"/>
                  </a:schemeClr>
                </a:solidFill>
                <a:effectLst/>
                <a:latin typeface="Slack-Lato"/>
              </a:rPr>
              <a:t> iterations with baseline models.</a:t>
            </a:r>
          </a:p>
          <a:p>
            <a:pPr marL="742950" lvl="1" indent="-285750" algn="l">
              <a:buFont typeface="Arial" panose="020B0604020202020204" pitchFamily="34" charset="0"/>
              <a:buChar char="•"/>
            </a:pPr>
            <a:r>
              <a:rPr lang="en-GB" sz="1400" b="0" i="0" dirty="0" err="1">
                <a:solidFill>
                  <a:schemeClr val="tx2">
                    <a:lumMod val="90000"/>
                    <a:lumOff val="10000"/>
                  </a:schemeClr>
                </a:solidFill>
                <a:effectLst/>
                <a:latin typeface="Slack-Lato"/>
              </a:rPr>
              <a:t>Analyze</a:t>
            </a:r>
            <a:r>
              <a:rPr lang="en-GB" sz="1400" b="0" i="0" dirty="0">
                <a:solidFill>
                  <a:schemeClr val="tx2">
                    <a:lumMod val="90000"/>
                    <a:lumOff val="10000"/>
                  </a:schemeClr>
                </a:solidFill>
                <a:effectLst/>
                <a:latin typeface="Slack-Lato"/>
              </a:rPr>
              <a:t> your first results, is your approach relevant? And your model?</a:t>
            </a:r>
          </a:p>
          <a:p>
            <a:pPr lvl="1" algn="l"/>
            <a:endParaRPr lang="en-GB" sz="1400" b="0" i="0" dirty="0">
              <a:solidFill>
                <a:schemeClr val="tx2">
                  <a:lumMod val="90000"/>
                  <a:lumOff val="10000"/>
                </a:schemeClr>
              </a:solidFill>
              <a:effectLst/>
              <a:latin typeface="Slack-Lato"/>
            </a:endParaRPr>
          </a:p>
          <a:p>
            <a:pPr algn="l">
              <a:buFont typeface="Arial" panose="020B0604020202020204" pitchFamily="34" charset="0"/>
              <a:buChar char="•"/>
            </a:pPr>
            <a:r>
              <a:rPr lang="en-GB" sz="1400" b="0" i="0" dirty="0">
                <a:solidFill>
                  <a:schemeClr val="tx2">
                    <a:lumMod val="90000"/>
                    <a:lumOff val="10000"/>
                  </a:schemeClr>
                </a:solidFill>
                <a:effectLst/>
                <a:latin typeface="Slack-Lato"/>
              </a:rPr>
              <a:t>Step 2 : </a:t>
            </a:r>
            <a:r>
              <a:rPr lang="en-GB" sz="1400" b="1" i="0" dirty="0">
                <a:solidFill>
                  <a:schemeClr val="tx2">
                    <a:lumMod val="90000"/>
                    <a:lumOff val="10000"/>
                  </a:schemeClr>
                </a:solidFill>
                <a:effectLst/>
                <a:latin typeface="Slack-Lato"/>
              </a:rPr>
              <a:t>Deadline Friday, February </a:t>
            </a:r>
            <a:r>
              <a:rPr lang="en-GB" sz="1400" b="1" dirty="0">
                <a:solidFill>
                  <a:schemeClr val="tx2">
                    <a:lumMod val="90000"/>
                    <a:lumOff val="10000"/>
                  </a:schemeClr>
                </a:solidFill>
                <a:latin typeface="Slack-Lato"/>
              </a:rPr>
              <a:t>06</a:t>
            </a:r>
            <a:r>
              <a:rPr lang="en-GB" sz="1400" b="1" i="0" dirty="0">
                <a:solidFill>
                  <a:schemeClr val="tx2">
                    <a:lumMod val="90000"/>
                    <a:lumOff val="10000"/>
                  </a:schemeClr>
                </a:solidFill>
                <a:effectLst/>
                <a:latin typeface="Slack-Lato"/>
              </a:rPr>
              <a:t>th</a:t>
            </a:r>
            <a:endParaRPr lang="en-GB" sz="1400" b="0" i="0" dirty="0">
              <a:solidFill>
                <a:schemeClr val="tx2">
                  <a:lumMod val="90000"/>
                  <a:lumOff val="10000"/>
                </a:schemeClr>
              </a:solidFill>
              <a:effectLst/>
              <a:latin typeface="Slack-Lato"/>
            </a:endParaRPr>
          </a:p>
          <a:p>
            <a:pPr marL="742950" lvl="1" indent="-285750" algn="l">
              <a:buFont typeface="Arial" panose="020B0604020202020204" pitchFamily="34" charset="0"/>
              <a:buChar char="•"/>
            </a:pPr>
            <a:r>
              <a:rPr lang="en-GB" sz="1400" b="0" i="0" dirty="0">
                <a:solidFill>
                  <a:schemeClr val="tx2">
                    <a:lumMod val="90000"/>
                    <a:lumOff val="10000"/>
                  </a:schemeClr>
                </a:solidFill>
                <a:effectLst/>
                <a:latin typeface="Slack-Lato"/>
              </a:rPr>
              <a:t>Use Machine Learning and statistical metrics to better understand the results of your model.</a:t>
            </a:r>
          </a:p>
          <a:p>
            <a:pPr marL="742950" lvl="1" indent="-285750" algn="l">
              <a:buFont typeface="Arial" panose="020B0604020202020204" pitchFamily="34" charset="0"/>
              <a:buChar char="•"/>
            </a:pPr>
            <a:r>
              <a:rPr lang="en-GB" sz="1400" b="0" i="0" dirty="0">
                <a:solidFill>
                  <a:schemeClr val="tx2">
                    <a:lumMod val="90000"/>
                    <a:lumOff val="10000"/>
                  </a:schemeClr>
                </a:solidFill>
                <a:effectLst/>
                <a:latin typeface="Slack-Lato"/>
              </a:rPr>
              <a:t>Optimization: Try to improve your model with optimization tools, you can try other more complex models and compare the results.</a:t>
            </a:r>
          </a:p>
          <a:p>
            <a:pPr lvl="1" algn="l"/>
            <a:endParaRPr lang="en-GB" sz="1400" b="0" i="0" dirty="0">
              <a:solidFill>
                <a:schemeClr val="tx2">
                  <a:lumMod val="90000"/>
                  <a:lumOff val="10000"/>
                </a:schemeClr>
              </a:solidFill>
              <a:effectLst/>
              <a:latin typeface="Slack-Lato"/>
            </a:endParaRPr>
          </a:p>
          <a:p>
            <a:pPr algn="l">
              <a:buFont typeface="Arial" panose="020B0604020202020204" pitchFamily="34" charset="0"/>
              <a:buChar char="•"/>
            </a:pPr>
            <a:r>
              <a:rPr lang="en-GB" sz="1400" b="0" i="0" dirty="0">
                <a:solidFill>
                  <a:schemeClr val="tx2">
                    <a:lumMod val="90000"/>
                    <a:lumOff val="10000"/>
                  </a:schemeClr>
                </a:solidFill>
                <a:effectLst/>
                <a:latin typeface="Slack-Lato"/>
              </a:rPr>
              <a:t>Step 3 : </a:t>
            </a:r>
            <a:r>
              <a:rPr lang="en-GB" sz="1400" b="1" i="0" dirty="0">
                <a:solidFill>
                  <a:schemeClr val="tx2">
                    <a:lumMod val="90000"/>
                    <a:lumOff val="10000"/>
                  </a:schemeClr>
                </a:solidFill>
                <a:effectLst/>
                <a:latin typeface="Slack-Lato"/>
              </a:rPr>
              <a:t>Deadline Friday, February 13th</a:t>
            </a:r>
            <a:endParaRPr lang="en-GB" sz="1400" b="0" i="0" dirty="0">
              <a:solidFill>
                <a:schemeClr val="tx2">
                  <a:lumMod val="90000"/>
                  <a:lumOff val="10000"/>
                </a:schemeClr>
              </a:solidFill>
              <a:effectLst/>
              <a:latin typeface="Slack-Lato"/>
            </a:endParaRPr>
          </a:p>
          <a:p>
            <a:pPr marL="742950" lvl="1" indent="-285750" algn="l">
              <a:buFont typeface="Arial" panose="020B0604020202020204" pitchFamily="34" charset="0"/>
              <a:buChar char="•"/>
            </a:pPr>
            <a:r>
              <a:rPr lang="en-GB" sz="1400" b="0" i="0" dirty="0">
                <a:solidFill>
                  <a:schemeClr val="tx2">
                    <a:lumMod val="90000"/>
                    <a:lumOff val="10000"/>
                  </a:schemeClr>
                </a:solidFill>
                <a:effectLst/>
                <a:latin typeface="Slack-Lato"/>
              </a:rPr>
              <a:t>Advanced </a:t>
            </a:r>
            <a:r>
              <a:rPr lang="en-GB" sz="1400" b="0" i="0" dirty="0" err="1">
                <a:solidFill>
                  <a:schemeClr val="tx2">
                    <a:lumMod val="90000"/>
                    <a:lumOff val="10000"/>
                  </a:schemeClr>
                </a:solidFill>
                <a:effectLst/>
                <a:latin typeface="Slack-Lato"/>
              </a:rPr>
              <a:t>modeling</a:t>
            </a:r>
            <a:r>
              <a:rPr lang="en-GB" sz="1400" b="0" i="0" dirty="0">
                <a:solidFill>
                  <a:schemeClr val="tx2">
                    <a:lumMod val="90000"/>
                    <a:lumOff val="10000"/>
                  </a:schemeClr>
                </a:solidFill>
                <a:effectLst/>
                <a:latin typeface="Slack-Lato"/>
              </a:rPr>
              <a:t>: Use bagging/boosting and Deep Learning techniques.</a:t>
            </a:r>
          </a:p>
          <a:p>
            <a:pPr marL="742950" lvl="1" indent="-285750" algn="l">
              <a:buFont typeface="Arial" panose="020B0604020202020204" pitchFamily="34" charset="0"/>
              <a:buChar char="•"/>
            </a:pPr>
            <a:r>
              <a:rPr lang="en-GB" sz="1400" b="0" i="0" dirty="0">
                <a:solidFill>
                  <a:schemeClr val="tx2">
                    <a:lumMod val="90000"/>
                    <a:lumOff val="10000"/>
                  </a:schemeClr>
                </a:solidFill>
                <a:effectLst/>
                <a:latin typeface="Slack-Lato"/>
              </a:rPr>
              <a:t>Interpretation: Use the interpretability tools to better understand the results of your models.</a:t>
            </a:r>
          </a:p>
          <a:p>
            <a:pPr marL="742950" lvl="1" indent="-285750" algn="l">
              <a:buFont typeface="Arial" panose="020B0604020202020204" pitchFamily="34" charset="0"/>
              <a:buChar char="•"/>
            </a:pPr>
            <a:r>
              <a:rPr lang="en-GB" sz="1400" b="0" i="0" dirty="0">
                <a:solidFill>
                  <a:schemeClr val="tx2">
                    <a:lumMod val="90000"/>
                    <a:lumOff val="10000"/>
                  </a:schemeClr>
                </a:solidFill>
                <a:effectLst/>
                <a:latin typeface="Slack-Lato"/>
              </a:rPr>
              <a:t>Scientific and business conclusions based on the success or failure of the </a:t>
            </a:r>
            <a:r>
              <a:rPr lang="en-GB" sz="1400" b="0" i="0" dirty="0" err="1">
                <a:solidFill>
                  <a:schemeClr val="tx2">
                    <a:lumMod val="90000"/>
                    <a:lumOff val="10000"/>
                  </a:schemeClr>
                </a:solidFill>
                <a:effectLst/>
                <a:latin typeface="Slack-Lato"/>
              </a:rPr>
              <a:t>modeling</a:t>
            </a:r>
            <a:r>
              <a:rPr lang="en-GB" sz="1400" b="0" i="0" dirty="0">
                <a:solidFill>
                  <a:schemeClr val="tx2">
                    <a:lumMod val="90000"/>
                    <a:lumOff val="10000"/>
                  </a:schemeClr>
                </a:solidFill>
                <a:effectLst/>
                <a:latin typeface="Slack-Lato"/>
              </a:rPr>
              <a:t>.</a:t>
            </a:r>
          </a:p>
        </p:txBody>
      </p:sp>
      <p:sp>
        <p:nvSpPr>
          <p:cNvPr id="6" name="Textfeld 5">
            <a:extLst>
              <a:ext uri="{FF2B5EF4-FFF2-40B4-BE49-F238E27FC236}">
                <a16:creationId xmlns:a16="http://schemas.microsoft.com/office/drawing/2014/main" id="{B68D5D65-2937-0D78-7251-0517B77A08C2}"/>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7" name="Textfeld 6">
            <a:extLst>
              <a:ext uri="{FF2B5EF4-FFF2-40B4-BE49-F238E27FC236}">
                <a16:creationId xmlns:a16="http://schemas.microsoft.com/office/drawing/2014/main" id="{571D1ECC-366C-3E88-63F2-E6B030B6DD64}"/>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Roadmap</a:t>
            </a:r>
            <a:endParaRPr lang="en-GB" sz="2000" b="1" dirty="0">
              <a:solidFill>
                <a:schemeClr val="tx2">
                  <a:lumMod val="90000"/>
                  <a:lumOff val="10000"/>
                </a:schemeClr>
              </a:solidFill>
            </a:endParaRPr>
          </a:p>
        </p:txBody>
      </p:sp>
      <p:sp>
        <p:nvSpPr>
          <p:cNvPr id="9" name="Foliennummernplatzhalter 8">
            <a:extLst>
              <a:ext uri="{FF2B5EF4-FFF2-40B4-BE49-F238E27FC236}">
                <a16:creationId xmlns:a16="http://schemas.microsoft.com/office/drawing/2014/main" id="{4FF9D5B1-E8AE-262D-0DA3-028EF10D7F6F}"/>
              </a:ext>
            </a:extLst>
          </p:cNvPr>
          <p:cNvSpPr>
            <a:spLocks noGrp="1"/>
          </p:cNvSpPr>
          <p:nvPr>
            <p:ph type="sldNum" sz="quarter" idx="12"/>
          </p:nvPr>
        </p:nvSpPr>
        <p:spPr/>
        <p:txBody>
          <a:bodyPr/>
          <a:lstStyle/>
          <a:p>
            <a:fld id="{6DED5E57-D273-4B8D-B4BF-9D93A9F3F1BA}" type="slidenum">
              <a:rPr lang="en-GB" smtClean="0"/>
              <a:t>4</a:t>
            </a:fld>
            <a:endParaRPr lang="en-GB"/>
          </a:p>
        </p:txBody>
      </p:sp>
      <p:sp>
        <p:nvSpPr>
          <p:cNvPr id="10" name="Textfeld 9">
            <a:extLst>
              <a:ext uri="{FF2B5EF4-FFF2-40B4-BE49-F238E27FC236}">
                <a16:creationId xmlns:a16="http://schemas.microsoft.com/office/drawing/2014/main" id="{C4B0575C-E881-9C1F-1CFE-EB9BD0398266}"/>
              </a:ext>
            </a:extLst>
          </p:cNvPr>
          <p:cNvSpPr txBox="1"/>
          <p:nvPr/>
        </p:nvSpPr>
        <p:spPr>
          <a:xfrm>
            <a:off x="484091" y="1497105"/>
            <a:ext cx="735110" cy="3108543"/>
          </a:xfrm>
          <a:prstGeom prst="rect">
            <a:avLst/>
          </a:prstGeom>
          <a:noFill/>
        </p:spPr>
        <p:txBody>
          <a:bodyPr wrap="square" rtlCol="0">
            <a:spAutoFit/>
          </a:bodyPr>
          <a:lstStyle/>
          <a:p>
            <a:r>
              <a:rPr lang="de-DE" sz="1400" b="1" dirty="0" err="1">
                <a:solidFill>
                  <a:schemeClr val="tx2">
                    <a:lumMod val="90000"/>
                    <a:lumOff val="10000"/>
                  </a:schemeClr>
                </a:solidFill>
              </a:rPr>
              <a:t>Done</a:t>
            </a:r>
            <a:r>
              <a:rPr lang="de-DE" sz="1400" b="1" dirty="0">
                <a:solidFill>
                  <a:schemeClr val="tx2">
                    <a:lumMod val="90000"/>
                    <a:lumOff val="10000"/>
                  </a:schemeClr>
                </a:solidFill>
              </a:rPr>
              <a:t>?</a:t>
            </a:r>
          </a:p>
          <a:p>
            <a:endParaRPr lang="de-DE" sz="1400" b="1" dirty="0">
              <a:solidFill>
                <a:schemeClr val="tx2">
                  <a:lumMod val="90000"/>
                  <a:lumOff val="10000"/>
                </a:schemeClr>
              </a:solidFill>
            </a:endParaRPr>
          </a:p>
          <a:p>
            <a:r>
              <a:rPr lang="de-DE" sz="1400" b="1" dirty="0">
                <a:solidFill>
                  <a:srgbClr val="FF0000"/>
                </a:solidFill>
                <a:sym typeface="Wingdings 2" panose="05020102010507070707" pitchFamily="18" charset="2"/>
              </a:rPr>
              <a:t></a:t>
            </a: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r>
              <a:rPr lang="de-DE" sz="1400" b="1" dirty="0">
                <a:solidFill>
                  <a:srgbClr val="FF0000"/>
                </a:solidFill>
                <a:sym typeface="Wingdings 2" panose="05020102010507070707" pitchFamily="18" charset="2"/>
              </a:rPr>
              <a:t></a:t>
            </a:r>
            <a:endParaRPr lang="de-DE" sz="1400" b="1" dirty="0">
              <a:solidFill>
                <a:srgbClr val="FF0000"/>
              </a:solidFill>
            </a:endParaRP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endParaRPr lang="de-DE" sz="1400" b="1" dirty="0">
              <a:solidFill>
                <a:srgbClr val="FF0000"/>
              </a:solidFill>
              <a:sym typeface="Wingdings 2" panose="05020102010507070707" pitchFamily="18" charset="2"/>
            </a:endParaRPr>
          </a:p>
          <a:p>
            <a:r>
              <a:rPr lang="de-DE" sz="1400" b="1" dirty="0">
                <a:solidFill>
                  <a:srgbClr val="FF0000"/>
                </a:solidFill>
                <a:sym typeface="Wingdings 2" panose="05020102010507070707" pitchFamily="18" charset="2"/>
              </a:rPr>
              <a:t></a:t>
            </a:r>
            <a:endParaRPr lang="de-DE" sz="1400" b="1" dirty="0">
              <a:solidFill>
                <a:srgbClr val="FF0000"/>
              </a:solidFill>
            </a:endParaRPr>
          </a:p>
          <a:p>
            <a:endParaRPr lang="de-DE" sz="1400" b="1" dirty="0">
              <a:solidFill>
                <a:srgbClr val="FF0000"/>
              </a:solidFill>
            </a:endParaRPr>
          </a:p>
        </p:txBody>
      </p:sp>
    </p:spTree>
    <p:extLst>
      <p:ext uri="{BB962C8B-B14F-4D97-AF65-F5344CB8AC3E}">
        <p14:creationId xmlns:p14="http://schemas.microsoft.com/office/powerpoint/2010/main" val="1313379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856E31DF-2047-322D-0B66-CECDD1B23144}"/>
              </a:ext>
            </a:extLst>
          </p:cNvPr>
          <p:cNvSpPr txBox="1"/>
          <p:nvPr/>
        </p:nvSpPr>
        <p:spPr>
          <a:xfrm>
            <a:off x="1371595" y="1415484"/>
            <a:ext cx="8005485" cy="5262979"/>
          </a:xfrm>
          <a:prstGeom prst="rect">
            <a:avLst/>
          </a:prstGeom>
          <a:noFill/>
        </p:spPr>
        <p:txBody>
          <a:bodyPr wrap="square">
            <a:spAutoFit/>
          </a:bodyPr>
          <a:lstStyle/>
          <a:p>
            <a:pPr algn="l"/>
            <a:r>
              <a:rPr lang="en-GB" sz="1200" b="1" i="0" dirty="0">
                <a:solidFill>
                  <a:schemeClr val="tx2">
                    <a:lumMod val="90000"/>
                    <a:lumOff val="10000"/>
                  </a:schemeClr>
                </a:solidFill>
                <a:effectLst/>
                <a:latin typeface="Slack-Lato"/>
              </a:rPr>
              <a:t>Rendering 2: </a:t>
            </a:r>
            <a:r>
              <a:rPr lang="en-GB" sz="1200" b="1" i="0" dirty="0" err="1">
                <a:solidFill>
                  <a:schemeClr val="tx2">
                    <a:lumMod val="90000"/>
                    <a:lumOff val="10000"/>
                  </a:schemeClr>
                </a:solidFill>
                <a:effectLst/>
                <a:latin typeface="Slack-Lato"/>
              </a:rPr>
              <a:t>Modeling</a:t>
            </a:r>
            <a:r>
              <a:rPr lang="en-GB" sz="1200" b="1" i="0" dirty="0">
                <a:solidFill>
                  <a:schemeClr val="tx2">
                    <a:lumMod val="90000"/>
                    <a:lumOff val="10000"/>
                  </a:schemeClr>
                </a:solidFill>
                <a:effectLst/>
                <a:latin typeface="Slack-Lato"/>
              </a:rPr>
              <a:t> report</a:t>
            </a:r>
          </a:p>
          <a:p>
            <a:pPr algn="l"/>
            <a:endParaRPr lang="en-GB" sz="1200" b="1" dirty="0">
              <a:solidFill>
                <a:schemeClr val="tx2">
                  <a:lumMod val="90000"/>
                  <a:lumOff val="10000"/>
                </a:schemeClr>
              </a:solidFill>
              <a:latin typeface="Slack-Lato"/>
            </a:endParaRPr>
          </a:p>
          <a:p>
            <a:pPr algn="l"/>
            <a:r>
              <a:rPr lang="en-GB" sz="1200" b="1" i="0" dirty="0">
                <a:solidFill>
                  <a:schemeClr val="tx2">
                    <a:lumMod val="90000"/>
                    <a:lumOff val="10000"/>
                  </a:schemeClr>
                </a:solidFill>
                <a:effectLst/>
                <a:latin typeface="Slack-Lato"/>
              </a:rPr>
              <a:t>Step 5)</a:t>
            </a:r>
            <a:r>
              <a:rPr lang="en-GB" sz="1200" b="0" i="0" dirty="0">
                <a:solidFill>
                  <a:schemeClr val="tx2">
                    <a:lumMod val="90000"/>
                    <a:lumOff val="10000"/>
                  </a:schemeClr>
                </a:solidFill>
                <a:effectLst/>
                <a:latin typeface="Slack-Lato"/>
              </a:rPr>
              <a:t> Final report + codes on GitHub : </a:t>
            </a:r>
            <a:r>
              <a:rPr lang="en-GB" sz="1200" b="1" i="0" dirty="0">
                <a:solidFill>
                  <a:schemeClr val="tx2">
                    <a:lumMod val="90000"/>
                    <a:lumOff val="10000"/>
                  </a:schemeClr>
                </a:solidFill>
                <a:effectLst/>
                <a:latin typeface="Slack-Lato"/>
              </a:rPr>
              <a:t>Deadline Friday, February 13</a:t>
            </a:r>
            <a:r>
              <a:rPr lang="en-GB" sz="1200" b="1" i="0" baseline="30000" dirty="0">
                <a:solidFill>
                  <a:schemeClr val="tx2">
                    <a:lumMod val="90000"/>
                    <a:lumOff val="10000"/>
                  </a:schemeClr>
                </a:solidFill>
                <a:effectLst/>
                <a:latin typeface="Slack-Lato"/>
              </a:rPr>
              <a:t>th</a:t>
            </a:r>
            <a:endParaRPr lang="en-GB" sz="1200" b="1" i="0" dirty="0">
              <a:solidFill>
                <a:schemeClr val="tx2">
                  <a:lumMod val="90000"/>
                  <a:lumOff val="10000"/>
                </a:schemeClr>
              </a:solidFill>
              <a:effectLst/>
              <a:latin typeface="Slack-Lato"/>
            </a:endParaRPr>
          </a:p>
          <a:p>
            <a:pPr marL="285750" indent="-285750" algn="l">
              <a:buFont typeface="Arial" panose="020B0604020202020204" pitchFamily="34" charset="0"/>
              <a:buChar char="•"/>
            </a:pPr>
            <a:endParaRPr lang="en-GB" sz="1200" b="0" i="0" dirty="0">
              <a:solidFill>
                <a:schemeClr val="tx2">
                  <a:lumMod val="90000"/>
                  <a:lumOff val="10000"/>
                </a:schemeClr>
              </a:solidFill>
              <a:effectLst/>
              <a:latin typeface="Slack-Lato"/>
            </a:endParaRPr>
          </a:p>
          <a:p>
            <a:pPr marL="285750" indent="-285750" algn="l">
              <a:buFont typeface="Arial" panose="020B0604020202020204" pitchFamily="34" charset="0"/>
              <a:buChar char="•"/>
            </a:pPr>
            <a:r>
              <a:rPr lang="en-GB" sz="1200" b="0" i="0" dirty="0">
                <a:solidFill>
                  <a:schemeClr val="tx2">
                    <a:lumMod val="90000"/>
                    <a:lumOff val="10000"/>
                  </a:schemeClr>
                </a:solidFill>
                <a:effectLst/>
                <a:latin typeface="Slack-Lato"/>
              </a:rPr>
              <a:t>You will submit the final report: made up of the first two renderings, it concretizes your vision and your work on your project by integrating a conclusion and an opening.</a:t>
            </a:r>
            <a:endParaRPr lang="en-GB" sz="1200" dirty="0">
              <a:solidFill>
                <a:schemeClr val="tx2">
                  <a:lumMod val="90000"/>
                  <a:lumOff val="10000"/>
                </a:schemeClr>
              </a:solidFill>
              <a:latin typeface="Slack-Lato"/>
            </a:endParaRPr>
          </a:p>
          <a:p>
            <a:pPr marL="285750" indent="-285750" algn="l">
              <a:buFont typeface="Arial" panose="020B0604020202020204" pitchFamily="34" charset="0"/>
              <a:buChar char="•"/>
            </a:pPr>
            <a:endParaRPr lang="en-GB" sz="1200" b="0" i="0" dirty="0">
              <a:solidFill>
                <a:schemeClr val="tx2">
                  <a:lumMod val="90000"/>
                  <a:lumOff val="10000"/>
                </a:schemeClr>
              </a:solidFill>
              <a:effectLst/>
              <a:latin typeface="Slack-Lato"/>
            </a:endParaRPr>
          </a:p>
          <a:p>
            <a:pPr marL="285750" indent="-285750" algn="l">
              <a:buFont typeface="Arial" panose="020B0604020202020204" pitchFamily="34" charset="0"/>
              <a:buChar char="•"/>
            </a:pPr>
            <a:r>
              <a:rPr lang="en-GB" sz="1200" b="0" i="0" dirty="0">
                <a:solidFill>
                  <a:schemeClr val="tx2">
                    <a:lumMod val="90000"/>
                    <a:lumOff val="10000"/>
                  </a:schemeClr>
                </a:solidFill>
                <a:effectLst/>
                <a:latin typeface="Slack-Lato"/>
              </a:rPr>
              <a:t>You also turn in your clean and commented code on GitHub, if time allows you will be able to refine your model and </a:t>
            </a:r>
            <a:r>
              <a:rPr lang="en-GB" sz="1200" b="0" i="0" dirty="0" err="1">
                <a:solidFill>
                  <a:schemeClr val="tx2">
                    <a:lumMod val="90000"/>
                    <a:lumOff val="10000"/>
                  </a:schemeClr>
                </a:solidFill>
                <a:effectLst/>
                <a:latin typeface="Slack-Lato"/>
              </a:rPr>
              <a:t>modeling</a:t>
            </a:r>
            <a:r>
              <a:rPr lang="en-GB" sz="1200" b="0" i="0" dirty="0">
                <a:solidFill>
                  <a:schemeClr val="tx2">
                    <a:lumMod val="90000"/>
                    <a:lumOff val="10000"/>
                  </a:schemeClr>
                </a:solidFill>
                <a:effectLst/>
                <a:latin typeface="Slack-Lato"/>
              </a:rPr>
              <a:t> pipeline during this step.</a:t>
            </a:r>
          </a:p>
          <a:p>
            <a:pPr marL="285750" indent="-285750" algn="l">
              <a:buFont typeface="Arial" panose="020B0604020202020204" pitchFamily="34" charset="0"/>
              <a:buChar char="•"/>
            </a:pPr>
            <a:endParaRPr lang="en-GB" sz="1200" dirty="0">
              <a:solidFill>
                <a:schemeClr val="tx2">
                  <a:lumMod val="90000"/>
                  <a:lumOff val="10000"/>
                </a:schemeClr>
              </a:solidFill>
              <a:latin typeface="Slack-Lato"/>
            </a:endParaRPr>
          </a:p>
          <a:p>
            <a:pPr algn="l"/>
            <a:r>
              <a:rPr lang="en-GB" sz="1200" b="1" i="0" dirty="0">
                <a:solidFill>
                  <a:schemeClr val="tx2">
                    <a:lumMod val="90000"/>
                    <a:lumOff val="10000"/>
                  </a:schemeClr>
                </a:solidFill>
                <a:effectLst/>
                <a:latin typeface="Slack-Lato"/>
              </a:rPr>
              <a:t>Step 6) </a:t>
            </a:r>
            <a:r>
              <a:rPr lang="en-GB" sz="1200" b="0" i="0" dirty="0" err="1">
                <a:solidFill>
                  <a:schemeClr val="tx2">
                    <a:lumMod val="90000"/>
                    <a:lumOff val="10000"/>
                  </a:schemeClr>
                </a:solidFill>
                <a:effectLst/>
                <a:latin typeface="Slack-Lato"/>
              </a:rPr>
              <a:t>Streamlit</a:t>
            </a:r>
            <a:r>
              <a:rPr lang="en-GB" sz="1200" b="0" i="0" dirty="0">
                <a:solidFill>
                  <a:schemeClr val="tx2">
                    <a:lumMod val="90000"/>
                    <a:lumOff val="10000"/>
                  </a:schemeClr>
                </a:solidFill>
                <a:effectLst/>
                <a:latin typeface="Slack-Lato"/>
              </a:rPr>
              <a:t> + </a:t>
            </a:r>
            <a:r>
              <a:rPr lang="en-GB" sz="1200" b="0" i="0" dirty="0" err="1">
                <a:solidFill>
                  <a:schemeClr val="tx2">
                    <a:lumMod val="90000"/>
                    <a:lumOff val="10000"/>
                  </a:schemeClr>
                </a:solidFill>
                <a:effectLst/>
                <a:latin typeface="Slack-Lato"/>
              </a:rPr>
              <a:t>Defense</a:t>
            </a:r>
            <a:r>
              <a:rPr lang="en-GB" sz="1200" b="0" i="0" dirty="0">
                <a:solidFill>
                  <a:schemeClr val="tx2">
                    <a:lumMod val="90000"/>
                    <a:lumOff val="10000"/>
                  </a:schemeClr>
                </a:solidFill>
                <a:effectLst/>
                <a:latin typeface="Slack-Lato"/>
              </a:rPr>
              <a:t>: </a:t>
            </a:r>
            <a:r>
              <a:rPr lang="en-GB" sz="1200" b="1" i="0" dirty="0">
                <a:solidFill>
                  <a:schemeClr val="tx2">
                    <a:lumMod val="90000"/>
                    <a:lumOff val="10000"/>
                  </a:schemeClr>
                </a:solidFill>
                <a:effectLst/>
                <a:latin typeface="Slack-Lato"/>
              </a:rPr>
              <a:t>Monday, February 23th (</a:t>
            </a:r>
            <a:r>
              <a:rPr lang="en-GB" sz="1200" b="0" i="0" dirty="0">
                <a:solidFill>
                  <a:schemeClr val="tx2">
                    <a:lumMod val="90000"/>
                    <a:lumOff val="10000"/>
                  </a:schemeClr>
                </a:solidFill>
                <a:effectLst/>
                <a:latin typeface="Slack-Lato"/>
              </a:rPr>
              <a:t> to be confirmed )</a:t>
            </a:r>
          </a:p>
          <a:p>
            <a:pPr algn="l"/>
            <a:br>
              <a:rPr lang="en-GB" sz="1200" b="0" i="0" dirty="0">
                <a:solidFill>
                  <a:schemeClr val="tx2">
                    <a:lumMod val="90000"/>
                    <a:lumOff val="10000"/>
                  </a:schemeClr>
                </a:solidFill>
                <a:effectLst/>
                <a:latin typeface="Slack-Lato"/>
              </a:rPr>
            </a:br>
            <a:r>
              <a:rPr lang="en-GB" sz="1200" b="0" i="0" dirty="0">
                <a:solidFill>
                  <a:schemeClr val="tx2">
                    <a:lumMod val="90000"/>
                    <a:lumOff val="10000"/>
                  </a:schemeClr>
                </a:solidFill>
                <a:effectLst/>
                <a:latin typeface="Slack-Lato"/>
              </a:rPr>
              <a:t>The document </a:t>
            </a:r>
            <a:r>
              <a:rPr lang="en-GB" sz="1200" b="0" i="0" u="none" strike="noStrike" dirty="0" err="1">
                <a:solidFill>
                  <a:schemeClr val="tx2">
                    <a:lumMod val="90000"/>
                    <a:lumOff val="10000"/>
                  </a:schemeClr>
                </a:solidFill>
                <a:effectLst/>
                <a:latin typeface="Slack-Lato"/>
                <a:hlinkClick r:id="rId2">
                  <a:extLst>
                    <a:ext uri="{A12FA001-AC4F-418D-AE19-62706E023703}">
                      <ahyp:hlinkClr xmlns:ahyp="http://schemas.microsoft.com/office/drawing/2018/hyperlinkcolor" val="tx"/>
                    </a:ext>
                  </a:extLst>
                </a:hlinkClick>
              </a:rPr>
              <a:t>Defense_Methodology</a:t>
            </a:r>
            <a:r>
              <a:rPr lang="en-GB" sz="1200" b="0" i="0" dirty="0">
                <a:solidFill>
                  <a:schemeClr val="tx2">
                    <a:lumMod val="90000"/>
                    <a:lumOff val="10000"/>
                  </a:schemeClr>
                </a:solidFill>
                <a:effectLst/>
                <a:latin typeface="Slack-Lato"/>
              </a:rPr>
              <a:t> summarizes the </a:t>
            </a:r>
            <a:r>
              <a:rPr lang="en-GB" sz="1200" b="0" i="0" dirty="0" err="1">
                <a:solidFill>
                  <a:schemeClr val="tx2">
                    <a:lumMod val="90000"/>
                    <a:lumOff val="10000"/>
                  </a:schemeClr>
                </a:solidFill>
                <a:effectLst/>
                <a:latin typeface="Slack-Lato"/>
              </a:rPr>
              <a:t>defense’s</a:t>
            </a:r>
            <a:r>
              <a:rPr lang="en-GB" sz="1200" b="0" i="0" dirty="0">
                <a:solidFill>
                  <a:schemeClr val="tx2">
                    <a:lumMod val="90000"/>
                    <a:lumOff val="10000"/>
                  </a:schemeClr>
                </a:solidFill>
                <a:effectLst/>
                <a:latin typeface="Slack-Lato"/>
              </a:rPr>
              <a:t> organization.</a:t>
            </a:r>
            <a:br>
              <a:rPr lang="en-GB" sz="1200" b="0" i="0" dirty="0">
                <a:solidFill>
                  <a:schemeClr val="tx2">
                    <a:lumMod val="90000"/>
                    <a:lumOff val="10000"/>
                  </a:schemeClr>
                </a:solidFill>
                <a:effectLst/>
                <a:latin typeface="Slack-Lato"/>
              </a:rPr>
            </a:br>
            <a:r>
              <a:rPr lang="en-GB" sz="1200" b="0" i="0" dirty="0">
                <a:solidFill>
                  <a:schemeClr val="tx2">
                    <a:lumMod val="90000"/>
                    <a:lumOff val="10000"/>
                  </a:schemeClr>
                </a:solidFill>
                <a:effectLst/>
                <a:latin typeface="Slack-Lato"/>
              </a:rPr>
              <a:t>The presentation will be as follows:</a:t>
            </a:r>
            <a:br>
              <a:rPr lang="en-GB" sz="1200" b="0" i="0" dirty="0">
                <a:solidFill>
                  <a:schemeClr val="tx2">
                    <a:lumMod val="90000"/>
                    <a:lumOff val="10000"/>
                  </a:schemeClr>
                </a:solidFill>
                <a:effectLst/>
                <a:latin typeface="Slack-Lato"/>
              </a:rPr>
            </a:br>
            <a:endParaRPr lang="en-GB" sz="1200" b="0" i="0" dirty="0">
              <a:solidFill>
                <a:schemeClr val="tx2">
                  <a:lumMod val="90000"/>
                  <a:lumOff val="10000"/>
                </a:schemeClr>
              </a:solidFill>
              <a:effectLst/>
              <a:latin typeface="Slack-Lato"/>
            </a:endParaRPr>
          </a:p>
          <a:p>
            <a:pPr algn="l">
              <a:buFont typeface="Arial" panose="020B0604020202020204" pitchFamily="34" charset="0"/>
              <a:buChar char="•"/>
            </a:pPr>
            <a:r>
              <a:rPr lang="en-GB" sz="1200" b="0" i="0" dirty="0">
                <a:solidFill>
                  <a:schemeClr val="tx2">
                    <a:lumMod val="90000"/>
                    <a:lumOff val="10000"/>
                  </a:schemeClr>
                </a:solidFill>
                <a:effectLst/>
                <a:latin typeface="Slack-Lato"/>
              </a:rPr>
              <a:t> 20 minutes of presentation</a:t>
            </a:r>
          </a:p>
          <a:p>
            <a:pPr algn="l">
              <a:buFont typeface="Arial" panose="020B0604020202020204" pitchFamily="34" charset="0"/>
              <a:buChar char="•"/>
            </a:pPr>
            <a:r>
              <a:rPr lang="en-GB" sz="1200" b="0" i="0" dirty="0">
                <a:solidFill>
                  <a:schemeClr val="tx2">
                    <a:lumMod val="90000"/>
                    <a:lumOff val="10000"/>
                  </a:schemeClr>
                </a:solidFill>
                <a:effectLst/>
                <a:latin typeface="Slack-Lato"/>
              </a:rPr>
              <a:t> 10 minutes of questions from the jury members</a:t>
            </a:r>
          </a:p>
          <a:p>
            <a:pPr algn="l"/>
            <a:endParaRPr lang="en-GB" sz="1200" b="0" i="0" dirty="0">
              <a:solidFill>
                <a:schemeClr val="tx2">
                  <a:lumMod val="90000"/>
                  <a:lumOff val="10000"/>
                </a:schemeClr>
              </a:solidFill>
              <a:effectLst/>
              <a:latin typeface="Slack-Lato"/>
            </a:endParaRPr>
          </a:p>
          <a:p>
            <a:pPr algn="l"/>
            <a:r>
              <a:rPr lang="en-GB" sz="1200" b="0" i="0" dirty="0">
                <a:solidFill>
                  <a:schemeClr val="tx2">
                    <a:lumMod val="90000"/>
                    <a:lumOff val="10000"/>
                  </a:schemeClr>
                </a:solidFill>
                <a:effectLst/>
                <a:latin typeface="Slack-Lato"/>
              </a:rPr>
              <a:t>You have the possibility to make either :</a:t>
            </a:r>
            <a:br>
              <a:rPr lang="en-GB" sz="1200" b="0" i="0" dirty="0">
                <a:solidFill>
                  <a:schemeClr val="tx2">
                    <a:lumMod val="90000"/>
                    <a:lumOff val="10000"/>
                  </a:schemeClr>
                </a:solidFill>
                <a:effectLst/>
                <a:latin typeface="Slack-Lato"/>
              </a:rPr>
            </a:br>
            <a:endParaRPr lang="en-GB" sz="1200" b="0" i="0" dirty="0">
              <a:solidFill>
                <a:schemeClr val="tx2">
                  <a:lumMod val="90000"/>
                  <a:lumOff val="10000"/>
                </a:schemeClr>
              </a:solidFill>
              <a:effectLst/>
              <a:latin typeface="Slack-Lato"/>
            </a:endParaRPr>
          </a:p>
          <a:p>
            <a:pPr algn="l">
              <a:buFont typeface="Arial" panose="020B0604020202020204" pitchFamily="34" charset="0"/>
              <a:buChar char="•"/>
            </a:pPr>
            <a:r>
              <a:rPr lang="en-GB" sz="1200" dirty="0">
                <a:solidFill>
                  <a:schemeClr val="tx2">
                    <a:lumMod val="90000"/>
                    <a:lumOff val="10000"/>
                  </a:schemeClr>
                </a:solidFill>
                <a:latin typeface="Slack-Lato"/>
              </a:rPr>
              <a:t> </a:t>
            </a:r>
            <a:r>
              <a:rPr lang="en-GB" sz="1200" b="0" i="0" dirty="0" err="1">
                <a:solidFill>
                  <a:schemeClr val="tx2">
                    <a:lumMod val="90000"/>
                    <a:lumOff val="10000"/>
                  </a:schemeClr>
                </a:solidFill>
                <a:effectLst/>
                <a:latin typeface="Slack-Lato"/>
              </a:rPr>
              <a:t>Powerpoint</a:t>
            </a:r>
            <a:r>
              <a:rPr lang="en-GB" sz="1200" b="0" i="0" dirty="0">
                <a:solidFill>
                  <a:schemeClr val="tx2">
                    <a:lumMod val="90000"/>
                    <a:lumOff val="10000"/>
                  </a:schemeClr>
                </a:solidFill>
                <a:effectLst/>
                <a:latin typeface="Slack-Lato"/>
              </a:rPr>
              <a:t> presentation + </a:t>
            </a:r>
            <a:r>
              <a:rPr lang="en-GB" sz="1200" b="0" i="0" dirty="0" err="1">
                <a:solidFill>
                  <a:schemeClr val="tx2">
                    <a:lumMod val="90000"/>
                    <a:lumOff val="10000"/>
                  </a:schemeClr>
                </a:solidFill>
                <a:effectLst/>
                <a:latin typeface="Slack-Lato"/>
              </a:rPr>
              <a:t>Streamlit</a:t>
            </a:r>
            <a:r>
              <a:rPr lang="en-GB" sz="1200" b="0" i="0" dirty="0">
                <a:solidFill>
                  <a:schemeClr val="tx2">
                    <a:lumMod val="90000"/>
                    <a:lumOff val="10000"/>
                  </a:schemeClr>
                </a:solidFill>
                <a:effectLst/>
                <a:latin typeface="Slack-Lato"/>
              </a:rPr>
              <a:t> demo</a:t>
            </a:r>
          </a:p>
          <a:p>
            <a:pPr algn="l">
              <a:buFont typeface="Arial" panose="020B0604020202020204" pitchFamily="34" charset="0"/>
              <a:buChar char="•"/>
            </a:pPr>
            <a:r>
              <a:rPr lang="en-GB" sz="1200" b="0" i="0" dirty="0">
                <a:solidFill>
                  <a:schemeClr val="tx2">
                    <a:lumMod val="90000"/>
                    <a:lumOff val="10000"/>
                  </a:schemeClr>
                </a:solidFill>
                <a:effectLst/>
                <a:latin typeface="Slack-Lato"/>
              </a:rPr>
              <a:t> The entire presentation with your </a:t>
            </a:r>
            <a:r>
              <a:rPr lang="en-GB" sz="1200" b="0" i="0" dirty="0" err="1">
                <a:solidFill>
                  <a:schemeClr val="tx2">
                    <a:lumMod val="90000"/>
                    <a:lumOff val="10000"/>
                  </a:schemeClr>
                </a:solidFill>
                <a:effectLst/>
                <a:latin typeface="Slack-Lato"/>
              </a:rPr>
              <a:t>Streamlit</a:t>
            </a:r>
            <a:r>
              <a:rPr lang="en-GB" sz="1200" b="0" i="0" dirty="0">
                <a:solidFill>
                  <a:schemeClr val="tx2">
                    <a:lumMod val="90000"/>
                    <a:lumOff val="10000"/>
                  </a:schemeClr>
                </a:solidFill>
                <a:effectLst/>
                <a:latin typeface="Slack-Lato"/>
              </a:rPr>
              <a:t> application</a:t>
            </a:r>
          </a:p>
          <a:p>
            <a:pPr algn="l"/>
            <a:endParaRPr lang="en-GB" sz="1200" b="0" i="0" dirty="0">
              <a:solidFill>
                <a:schemeClr val="tx2">
                  <a:lumMod val="90000"/>
                  <a:lumOff val="10000"/>
                </a:schemeClr>
              </a:solidFill>
              <a:effectLst/>
              <a:latin typeface="Slack-Lato"/>
            </a:endParaRPr>
          </a:p>
          <a:p>
            <a:pPr algn="l"/>
            <a:r>
              <a:rPr lang="en-GB" sz="1200" b="0" i="0" dirty="0">
                <a:solidFill>
                  <a:schemeClr val="tx2">
                    <a:lumMod val="90000"/>
                    <a:lumOff val="10000"/>
                  </a:schemeClr>
                </a:solidFill>
                <a:effectLst/>
                <a:latin typeface="Slack-Lato"/>
              </a:rPr>
              <a:t>Your application will have to :</a:t>
            </a:r>
            <a:br>
              <a:rPr lang="en-GB" sz="1200" b="0" i="0" dirty="0">
                <a:solidFill>
                  <a:schemeClr val="tx2">
                    <a:lumMod val="90000"/>
                    <a:lumOff val="10000"/>
                  </a:schemeClr>
                </a:solidFill>
                <a:effectLst/>
                <a:latin typeface="Slack-Lato"/>
              </a:rPr>
            </a:br>
            <a:endParaRPr lang="en-GB" sz="1200" b="0" i="0" dirty="0">
              <a:solidFill>
                <a:schemeClr val="tx2">
                  <a:lumMod val="90000"/>
                  <a:lumOff val="10000"/>
                </a:schemeClr>
              </a:solidFill>
              <a:effectLst/>
              <a:latin typeface="Slack-Lato"/>
            </a:endParaRPr>
          </a:p>
          <a:p>
            <a:pPr algn="l">
              <a:buFont typeface="Arial" panose="020B0604020202020204" pitchFamily="34" charset="0"/>
              <a:buChar char="•"/>
            </a:pPr>
            <a:r>
              <a:rPr lang="en-GB" sz="1200" b="0" i="0" dirty="0">
                <a:solidFill>
                  <a:schemeClr val="tx2">
                    <a:lumMod val="90000"/>
                    <a:lumOff val="10000"/>
                  </a:schemeClr>
                </a:solidFill>
                <a:effectLst/>
                <a:latin typeface="Slack-Lato"/>
              </a:rPr>
              <a:t> be aesthetically pleasing, with several tabs</a:t>
            </a:r>
          </a:p>
          <a:p>
            <a:pPr algn="l">
              <a:buFont typeface="Arial" panose="020B0604020202020204" pitchFamily="34" charset="0"/>
              <a:buChar char="•"/>
            </a:pPr>
            <a:r>
              <a:rPr lang="en-GB" sz="1200" b="0" i="0" dirty="0">
                <a:solidFill>
                  <a:schemeClr val="tx2">
                    <a:lumMod val="90000"/>
                    <a:lumOff val="10000"/>
                  </a:schemeClr>
                </a:solidFill>
                <a:effectLst/>
                <a:latin typeface="Slack-Lato"/>
              </a:rPr>
              <a:t> carefully coded, </a:t>
            </a:r>
            <a:r>
              <a:rPr lang="en-GB" sz="1200" b="1" i="0" dirty="0">
                <a:solidFill>
                  <a:schemeClr val="tx2">
                    <a:lumMod val="90000"/>
                    <a:lumOff val="10000"/>
                  </a:schemeClr>
                </a:solidFill>
                <a:effectLst/>
                <a:latin typeface="Slack-Lato"/>
              </a:rPr>
              <a:t>without re-training your model</a:t>
            </a:r>
            <a:endParaRPr lang="en-GB" sz="1200" b="0" i="0" dirty="0">
              <a:solidFill>
                <a:schemeClr val="tx2">
                  <a:lumMod val="90000"/>
                  <a:lumOff val="10000"/>
                </a:schemeClr>
              </a:solidFill>
              <a:effectLst/>
              <a:latin typeface="Slack-Lato"/>
            </a:endParaRPr>
          </a:p>
          <a:p>
            <a:pPr algn="l">
              <a:buFont typeface="Arial" panose="020B0604020202020204" pitchFamily="34" charset="0"/>
              <a:buChar char="•"/>
            </a:pPr>
            <a:r>
              <a:rPr lang="en-GB" sz="1200" b="0" i="0" dirty="0">
                <a:solidFill>
                  <a:schemeClr val="tx2">
                    <a:lumMod val="90000"/>
                    <a:lumOff val="10000"/>
                  </a:schemeClr>
                </a:solidFill>
                <a:effectLst/>
                <a:latin typeface="Slack-Lato"/>
              </a:rPr>
              <a:t> works without bugs.</a:t>
            </a:r>
          </a:p>
        </p:txBody>
      </p:sp>
      <p:sp>
        <p:nvSpPr>
          <p:cNvPr id="6" name="Textfeld 5">
            <a:extLst>
              <a:ext uri="{FF2B5EF4-FFF2-40B4-BE49-F238E27FC236}">
                <a16:creationId xmlns:a16="http://schemas.microsoft.com/office/drawing/2014/main" id="{59D02E4D-B904-B7C8-E1AE-A886A3EC01A1}"/>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7" name="Textfeld 6">
            <a:extLst>
              <a:ext uri="{FF2B5EF4-FFF2-40B4-BE49-F238E27FC236}">
                <a16:creationId xmlns:a16="http://schemas.microsoft.com/office/drawing/2014/main" id="{519ACFF5-54EB-64E8-6426-C1C94C6147CC}"/>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Roadmap</a:t>
            </a:r>
            <a:endParaRPr lang="en-GB" sz="2000" b="1" dirty="0">
              <a:solidFill>
                <a:schemeClr val="tx2">
                  <a:lumMod val="90000"/>
                  <a:lumOff val="10000"/>
                </a:schemeClr>
              </a:solidFill>
            </a:endParaRPr>
          </a:p>
        </p:txBody>
      </p:sp>
      <p:sp>
        <p:nvSpPr>
          <p:cNvPr id="9" name="Foliennummernplatzhalter 8">
            <a:extLst>
              <a:ext uri="{FF2B5EF4-FFF2-40B4-BE49-F238E27FC236}">
                <a16:creationId xmlns:a16="http://schemas.microsoft.com/office/drawing/2014/main" id="{354BE7C8-F115-F23D-DC38-4134FF8B4525}"/>
              </a:ext>
            </a:extLst>
          </p:cNvPr>
          <p:cNvSpPr>
            <a:spLocks noGrp="1"/>
          </p:cNvSpPr>
          <p:nvPr>
            <p:ph type="sldNum" sz="quarter" idx="12"/>
          </p:nvPr>
        </p:nvSpPr>
        <p:spPr/>
        <p:txBody>
          <a:bodyPr/>
          <a:lstStyle/>
          <a:p>
            <a:fld id="{6DED5E57-D273-4B8D-B4BF-9D93A9F3F1BA}" type="slidenum">
              <a:rPr lang="en-GB" smtClean="0"/>
              <a:t>5</a:t>
            </a:fld>
            <a:endParaRPr lang="en-GB"/>
          </a:p>
        </p:txBody>
      </p:sp>
      <p:sp>
        <p:nvSpPr>
          <p:cNvPr id="10" name="Textfeld 9">
            <a:extLst>
              <a:ext uri="{FF2B5EF4-FFF2-40B4-BE49-F238E27FC236}">
                <a16:creationId xmlns:a16="http://schemas.microsoft.com/office/drawing/2014/main" id="{30638559-7F16-C7BB-124C-C03B5C1B1E78}"/>
              </a:ext>
            </a:extLst>
          </p:cNvPr>
          <p:cNvSpPr txBox="1"/>
          <p:nvPr/>
        </p:nvSpPr>
        <p:spPr>
          <a:xfrm>
            <a:off x="484091" y="1425388"/>
            <a:ext cx="735110" cy="2308324"/>
          </a:xfrm>
          <a:prstGeom prst="rect">
            <a:avLst/>
          </a:prstGeom>
          <a:noFill/>
        </p:spPr>
        <p:txBody>
          <a:bodyPr wrap="square" rtlCol="0">
            <a:spAutoFit/>
          </a:bodyPr>
          <a:lstStyle/>
          <a:p>
            <a:r>
              <a:rPr lang="de-DE" sz="1200" b="1" dirty="0" err="1">
                <a:solidFill>
                  <a:schemeClr val="tx2">
                    <a:lumMod val="90000"/>
                    <a:lumOff val="10000"/>
                  </a:schemeClr>
                </a:solidFill>
              </a:rPr>
              <a:t>Done</a:t>
            </a:r>
            <a:r>
              <a:rPr lang="de-DE" sz="1200" b="1" dirty="0">
                <a:solidFill>
                  <a:schemeClr val="tx2">
                    <a:lumMod val="90000"/>
                    <a:lumOff val="10000"/>
                  </a:schemeClr>
                </a:solidFill>
              </a:rPr>
              <a:t>?</a:t>
            </a:r>
          </a:p>
          <a:p>
            <a:endParaRPr lang="de-DE" sz="1200" b="1" dirty="0">
              <a:solidFill>
                <a:schemeClr val="tx2">
                  <a:lumMod val="90000"/>
                  <a:lumOff val="10000"/>
                </a:schemeClr>
              </a:solidFill>
            </a:endParaRPr>
          </a:p>
          <a:p>
            <a:r>
              <a:rPr lang="de-DE" sz="1200" b="1" dirty="0">
                <a:solidFill>
                  <a:srgbClr val="FF0000"/>
                </a:solidFill>
                <a:sym typeface="Wingdings 2" panose="05020102010507070707" pitchFamily="18" charset="2"/>
              </a:rPr>
              <a:t></a:t>
            </a:r>
          </a:p>
          <a:p>
            <a:endParaRPr lang="de-DE" sz="1200" b="1" dirty="0">
              <a:solidFill>
                <a:srgbClr val="FF0000"/>
              </a:solidFill>
              <a:sym typeface="Wingdings 2" panose="05020102010507070707" pitchFamily="18" charset="2"/>
            </a:endParaRPr>
          </a:p>
          <a:p>
            <a:endParaRPr lang="de-DE" sz="1200" b="1" dirty="0">
              <a:solidFill>
                <a:srgbClr val="FF0000"/>
              </a:solidFill>
              <a:sym typeface="Wingdings 2" panose="05020102010507070707" pitchFamily="18" charset="2"/>
            </a:endParaRPr>
          </a:p>
          <a:p>
            <a:endParaRPr lang="de-DE" sz="1200" b="1" dirty="0">
              <a:solidFill>
                <a:srgbClr val="FF0000"/>
              </a:solidFill>
              <a:sym typeface="Wingdings 2" panose="05020102010507070707" pitchFamily="18" charset="2"/>
            </a:endParaRPr>
          </a:p>
          <a:p>
            <a:endParaRPr lang="de-DE" sz="1200" b="1" dirty="0">
              <a:solidFill>
                <a:srgbClr val="FF0000"/>
              </a:solidFill>
              <a:sym typeface="Wingdings 2" panose="05020102010507070707" pitchFamily="18" charset="2"/>
            </a:endParaRPr>
          </a:p>
          <a:p>
            <a:endParaRPr lang="de-DE" sz="1200" b="1" dirty="0">
              <a:solidFill>
                <a:srgbClr val="FF0000"/>
              </a:solidFill>
              <a:sym typeface="Wingdings 2" panose="05020102010507070707" pitchFamily="18" charset="2"/>
            </a:endParaRPr>
          </a:p>
          <a:p>
            <a:endParaRPr lang="de-DE" sz="1200" b="1" dirty="0">
              <a:solidFill>
                <a:srgbClr val="FF0000"/>
              </a:solidFill>
              <a:sym typeface="Wingdings 2" panose="05020102010507070707" pitchFamily="18" charset="2"/>
            </a:endParaRPr>
          </a:p>
          <a:p>
            <a:endParaRPr lang="de-DE" sz="1200" b="1" dirty="0">
              <a:solidFill>
                <a:srgbClr val="FF0000"/>
              </a:solidFill>
              <a:sym typeface="Wingdings 2" panose="05020102010507070707" pitchFamily="18" charset="2"/>
            </a:endParaRPr>
          </a:p>
          <a:p>
            <a:r>
              <a:rPr lang="de-DE" sz="1200" b="1" dirty="0">
                <a:solidFill>
                  <a:srgbClr val="FF0000"/>
                </a:solidFill>
                <a:sym typeface="Wingdings 2" panose="05020102010507070707" pitchFamily="18" charset="2"/>
              </a:rPr>
              <a:t></a:t>
            </a:r>
            <a:endParaRPr lang="de-DE" sz="1200" b="1" dirty="0">
              <a:solidFill>
                <a:srgbClr val="FF0000"/>
              </a:solidFill>
            </a:endParaRPr>
          </a:p>
          <a:p>
            <a:endParaRPr lang="de-DE" sz="1200" b="1" dirty="0">
              <a:solidFill>
                <a:srgbClr val="FF0000"/>
              </a:solidFill>
            </a:endParaRPr>
          </a:p>
        </p:txBody>
      </p:sp>
    </p:spTree>
    <p:extLst>
      <p:ext uri="{BB962C8B-B14F-4D97-AF65-F5344CB8AC3E}">
        <p14:creationId xmlns:p14="http://schemas.microsoft.com/office/powerpoint/2010/main" val="1724572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3A630C66-C784-7773-D2ED-7D34BD8E52E0}"/>
              </a:ext>
            </a:extLst>
          </p:cNvPr>
          <p:cNvSpPr>
            <a:spLocks noGrp="1"/>
          </p:cNvSpPr>
          <p:nvPr>
            <p:ph type="sldNum" sz="quarter" idx="12"/>
          </p:nvPr>
        </p:nvSpPr>
        <p:spPr/>
        <p:txBody>
          <a:bodyPr/>
          <a:lstStyle/>
          <a:p>
            <a:fld id="{6DED5E57-D273-4B8D-B4BF-9D93A9F3F1BA}" type="slidenum">
              <a:rPr lang="en-GB" smtClean="0"/>
              <a:t>6</a:t>
            </a:fld>
            <a:endParaRPr lang="en-GB"/>
          </a:p>
        </p:txBody>
      </p:sp>
      <p:sp>
        <p:nvSpPr>
          <p:cNvPr id="5" name="Textfeld 4">
            <a:extLst>
              <a:ext uri="{FF2B5EF4-FFF2-40B4-BE49-F238E27FC236}">
                <a16:creationId xmlns:a16="http://schemas.microsoft.com/office/drawing/2014/main" id="{19D955B7-63E3-1C1E-EAD3-4F27DC38853B}"/>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6" name="Textfeld 5">
            <a:extLst>
              <a:ext uri="{FF2B5EF4-FFF2-40B4-BE49-F238E27FC236}">
                <a16:creationId xmlns:a16="http://schemas.microsoft.com/office/drawing/2014/main" id="{838E87A8-FB93-95BD-2E22-688B028EB063}"/>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a:t>
            </a:r>
            <a:r>
              <a:rPr lang="de-DE" sz="2000" b="1" dirty="0" err="1">
                <a:solidFill>
                  <a:schemeClr val="tx2">
                    <a:lumMod val="90000"/>
                    <a:lumOff val="10000"/>
                  </a:schemeClr>
                </a:solidFill>
              </a:rPr>
              <a:t>Step</a:t>
            </a:r>
            <a:r>
              <a:rPr lang="de-DE" sz="2000" b="1" dirty="0">
                <a:solidFill>
                  <a:schemeClr val="tx2">
                    <a:lumMod val="90000"/>
                    <a:lumOff val="10000"/>
                  </a:schemeClr>
                </a:solidFill>
              </a:rPr>
              <a:t> 0</a:t>
            </a:r>
            <a:endParaRPr lang="en-GB" sz="2000" b="1" dirty="0">
              <a:solidFill>
                <a:schemeClr val="tx2">
                  <a:lumMod val="90000"/>
                  <a:lumOff val="10000"/>
                </a:schemeClr>
              </a:solidFill>
            </a:endParaRPr>
          </a:p>
        </p:txBody>
      </p:sp>
      <p:sp>
        <p:nvSpPr>
          <p:cNvPr id="8" name="Textfeld 7">
            <a:extLst>
              <a:ext uri="{FF2B5EF4-FFF2-40B4-BE49-F238E27FC236}">
                <a16:creationId xmlns:a16="http://schemas.microsoft.com/office/drawing/2014/main" id="{3B34C0F5-94DC-974C-3770-2B89280577FB}"/>
              </a:ext>
            </a:extLst>
          </p:cNvPr>
          <p:cNvSpPr txBox="1"/>
          <p:nvPr/>
        </p:nvSpPr>
        <p:spPr>
          <a:xfrm>
            <a:off x="484091" y="1232212"/>
            <a:ext cx="11053484" cy="5078313"/>
          </a:xfrm>
          <a:prstGeom prst="rect">
            <a:avLst/>
          </a:prstGeom>
          <a:noFill/>
        </p:spPr>
        <p:txBody>
          <a:bodyPr wrap="square">
            <a:spAutoFit/>
          </a:bodyPr>
          <a:lstStyle/>
          <a:p>
            <a:r>
              <a:rPr lang="de-DE" sz="1800" b="1" dirty="0">
                <a:solidFill>
                  <a:srgbClr val="92D050"/>
                </a:solidFill>
                <a:sym typeface="Wingdings 2" panose="05020102010507070707" pitchFamily="18" charset="2"/>
              </a:rPr>
              <a:t>  </a:t>
            </a:r>
            <a:r>
              <a:rPr lang="en-GB" sz="1800" b="0" i="0" dirty="0">
                <a:solidFill>
                  <a:schemeClr val="tx2">
                    <a:lumMod val="90000"/>
                    <a:lumOff val="10000"/>
                  </a:schemeClr>
                </a:solidFill>
                <a:effectLst/>
                <a:latin typeface="Slack-Lato"/>
              </a:rPr>
              <a:t>Talk about your experiences, which tools you are familiar with, your vision for this project</a:t>
            </a:r>
          </a:p>
          <a:p>
            <a:endParaRPr lang="en-GB" dirty="0">
              <a:solidFill>
                <a:schemeClr val="tx2">
                  <a:lumMod val="90000"/>
                  <a:lumOff val="10000"/>
                </a:schemeClr>
              </a:solidFill>
              <a:latin typeface="Slack-Lato"/>
            </a:endParaRPr>
          </a:p>
          <a:p>
            <a:r>
              <a:rPr lang="de-DE" sz="1800" b="1" dirty="0">
                <a:solidFill>
                  <a:srgbClr val="92D050"/>
                </a:solidFill>
                <a:sym typeface="Wingdings 2" panose="05020102010507070707" pitchFamily="18" charset="2"/>
              </a:rPr>
              <a:t>  </a:t>
            </a:r>
            <a:r>
              <a:rPr lang="en-GB" sz="1800" b="0" i="0" dirty="0">
                <a:solidFill>
                  <a:schemeClr val="tx2">
                    <a:lumMod val="90000"/>
                    <a:lumOff val="10000"/>
                  </a:schemeClr>
                </a:solidFill>
                <a:effectLst/>
                <a:latin typeface="Slack-Lato"/>
              </a:rPr>
              <a:t>Try to find some similar projects on </a:t>
            </a:r>
            <a:r>
              <a:rPr lang="en-GB" sz="1800" b="0" i="0" dirty="0" err="1">
                <a:solidFill>
                  <a:schemeClr val="tx2">
                    <a:lumMod val="90000"/>
                    <a:lumOff val="10000"/>
                  </a:schemeClr>
                </a:solidFill>
                <a:effectLst/>
                <a:latin typeface="Slack-Lato"/>
              </a:rPr>
              <a:t>Github</a:t>
            </a:r>
            <a:r>
              <a:rPr lang="en-GB" sz="1800" b="0" i="0" dirty="0">
                <a:solidFill>
                  <a:schemeClr val="tx2">
                    <a:lumMod val="90000"/>
                    <a:lumOff val="10000"/>
                  </a:schemeClr>
                </a:solidFill>
                <a:effectLst/>
                <a:latin typeface="Slack-Lato"/>
              </a:rPr>
              <a:t>, Kaggle... to help you building the roadmap.</a:t>
            </a:r>
          </a:p>
          <a:p>
            <a:endParaRPr lang="en-GB" sz="1800" b="0" i="0" dirty="0">
              <a:solidFill>
                <a:schemeClr val="tx2">
                  <a:lumMod val="90000"/>
                  <a:lumOff val="10000"/>
                </a:schemeClr>
              </a:solidFill>
              <a:effectLst/>
              <a:latin typeface="Slack-Lato"/>
            </a:endParaRPr>
          </a:p>
          <a:p>
            <a:pPr marL="742950" lvl="1" indent="-285750">
              <a:buFont typeface="Wingdings" panose="05000000000000000000" pitchFamily="2" charset="2"/>
              <a:buChar char="§"/>
            </a:pPr>
            <a:r>
              <a:rPr lang="en-GB" b="0" i="0" dirty="0">
                <a:solidFill>
                  <a:schemeClr val="tx2">
                    <a:lumMod val="90000"/>
                    <a:lumOff val="10000"/>
                  </a:schemeClr>
                </a:solidFill>
                <a:effectLst/>
                <a:latin typeface="Slack-Lato"/>
                <a:hlinkClick r:id="rId2"/>
              </a:rPr>
              <a:t>https://github.com/s4sahiko/Smart-Ticket-Classifier-3.0</a:t>
            </a:r>
            <a:endParaRPr lang="en-GB" b="0" i="0" dirty="0">
              <a:solidFill>
                <a:schemeClr val="tx2">
                  <a:lumMod val="90000"/>
                  <a:lumOff val="10000"/>
                </a:schemeClr>
              </a:solidFill>
              <a:effectLst/>
              <a:latin typeface="Slack-Lato"/>
            </a:endParaRPr>
          </a:p>
          <a:p>
            <a:pPr marL="742950" lvl="1" indent="-285750">
              <a:buFont typeface="Wingdings" panose="05000000000000000000" pitchFamily="2" charset="2"/>
              <a:buChar char="§"/>
            </a:pPr>
            <a:endParaRPr lang="en-GB" dirty="0">
              <a:solidFill>
                <a:schemeClr val="tx2">
                  <a:lumMod val="90000"/>
                  <a:lumOff val="10000"/>
                </a:schemeClr>
              </a:solidFill>
              <a:latin typeface="Slack-Lato"/>
            </a:endParaRPr>
          </a:p>
          <a:p>
            <a:pPr marL="742950" lvl="1" indent="-285750">
              <a:buFont typeface="Wingdings" panose="05000000000000000000" pitchFamily="2" charset="2"/>
              <a:buChar char="§"/>
            </a:pPr>
            <a:r>
              <a:rPr lang="en-GB" dirty="0">
                <a:solidFill>
                  <a:schemeClr val="tx2">
                    <a:lumMod val="90000"/>
                    <a:lumOff val="10000"/>
                  </a:schemeClr>
                </a:solidFill>
                <a:latin typeface="Slack-Lato"/>
                <a:hlinkClick r:id="rId3"/>
              </a:rPr>
              <a:t>https://github.com/sukhijapiyush/NLP-Case-Study---Automatic-Ticket-Classification</a:t>
            </a:r>
            <a:endParaRPr lang="en-GB" dirty="0">
              <a:solidFill>
                <a:schemeClr val="tx2">
                  <a:lumMod val="90000"/>
                  <a:lumOff val="10000"/>
                </a:schemeClr>
              </a:solidFill>
              <a:latin typeface="Slack-Lato"/>
            </a:endParaRPr>
          </a:p>
          <a:p>
            <a:pPr marL="742950" lvl="1" indent="-285750">
              <a:buFont typeface="Wingdings" panose="05000000000000000000" pitchFamily="2" charset="2"/>
              <a:buChar char="§"/>
            </a:pPr>
            <a:endParaRPr lang="en-GB" b="0" i="0" dirty="0">
              <a:solidFill>
                <a:schemeClr val="tx2">
                  <a:lumMod val="90000"/>
                  <a:lumOff val="10000"/>
                </a:schemeClr>
              </a:solidFill>
              <a:effectLst/>
              <a:latin typeface="Slack-Lato"/>
            </a:endParaRPr>
          </a:p>
          <a:p>
            <a:endParaRPr lang="en-GB" dirty="0">
              <a:solidFill>
                <a:schemeClr val="tx2">
                  <a:lumMod val="90000"/>
                  <a:lumOff val="10000"/>
                </a:schemeClr>
              </a:solidFill>
              <a:latin typeface="Slack-Lato"/>
            </a:endParaRPr>
          </a:p>
          <a:p>
            <a:endParaRPr lang="en-GB" b="0" i="0" dirty="0">
              <a:solidFill>
                <a:schemeClr val="tx2">
                  <a:lumMod val="90000"/>
                  <a:lumOff val="10000"/>
                </a:schemeClr>
              </a:solidFill>
              <a:effectLst/>
              <a:latin typeface="Slack-Lato"/>
            </a:endParaRPr>
          </a:p>
          <a:p>
            <a:endParaRPr lang="en-GB" dirty="0">
              <a:solidFill>
                <a:schemeClr val="tx2">
                  <a:lumMod val="90000"/>
                  <a:lumOff val="10000"/>
                </a:schemeClr>
              </a:solidFill>
              <a:latin typeface="Slack-Lato"/>
            </a:endParaRPr>
          </a:p>
          <a:p>
            <a:endParaRPr lang="en-GB" b="0" i="0" dirty="0">
              <a:solidFill>
                <a:schemeClr val="tx2">
                  <a:lumMod val="90000"/>
                  <a:lumOff val="10000"/>
                </a:schemeClr>
              </a:solidFill>
              <a:effectLst/>
              <a:latin typeface="Slack-Lato"/>
            </a:endParaRPr>
          </a:p>
          <a:p>
            <a:endParaRPr lang="en-GB" b="0" i="0" dirty="0">
              <a:solidFill>
                <a:schemeClr val="tx2">
                  <a:lumMod val="90000"/>
                  <a:lumOff val="10000"/>
                </a:schemeClr>
              </a:solidFill>
              <a:effectLst/>
              <a:latin typeface="Slack-Lato"/>
            </a:endParaRPr>
          </a:p>
          <a:p>
            <a:endParaRPr lang="en-GB" dirty="0">
              <a:solidFill>
                <a:schemeClr val="tx2">
                  <a:lumMod val="90000"/>
                  <a:lumOff val="10000"/>
                </a:schemeClr>
              </a:solidFill>
              <a:latin typeface="Slack-Lato"/>
            </a:endParaRPr>
          </a:p>
          <a:p>
            <a:endParaRPr lang="en-GB" b="0" i="0" dirty="0">
              <a:solidFill>
                <a:schemeClr val="tx2">
                  <a:lumMod val="90000"/>
                  <a:lumOff val="10000"/>
                </a:schemeClr>
              </a:solidFill>
              <a:effectLst/>
              <a:latin typeface="Slack-Lato"/>
            </a:endParaRPr>
          </a:p>
          <a:p>
            <a:endParaRPr lang="en-GB" sz="1800" b="0" i="0" dirty="0">
              <a:solidFill>
                <a:schemeClr val="tx2">
                  <a:lumMod val="90000"/>
                  <a:lumOff val="10000"/>
                </a:schemeClr>
              </a:solidFill>
              <a:effectLst/>
              <a:latin typeface="Slack-Lato"/>
            </a:endParaRPr>
          </a:p>
          <a:p>
            <a:pPr algn="l"/>
            <a:endParaRPr lang="en-GB" dirty="0">
              <a:solidFill>
                <a:schemeClr val="tx2">
                  <a:lumMod val="90000"/>
                  <a:lumOff val="10000"/>
                </a:schemeClr>
              </a:solidFill>
              <a:latin typeface="Slack-Lato"/>
            </a:endParaRPr>
          </a:p>
          <a:p>
            <a:pPr algn="l"/>
            <a:r>
              <a:rPr lang="en-GB" dirty="0">
                <a:solidFill>
                  <a:schemeClr val="tx2">
                    <a:lumMod val="90000"/>
                    <a:lumOff val="10000"/>
                  </a:schemeClr>
                </a:solidFill>
                <a:latin typeface="Slack-Lato"/>
              </a:rPr>
              <a:t>	</a:t>
            </a:r>
          </a:p>
        </p:txBody>
      </p:sp>
    </p:spTree>
    <p:extLst>
      <p:ext uri="{BB962C8B-B14F-4D97-AF65-F5344CB8AC3E}">
        <p14:creationId xmlns:p14="http://schemas.microsoft.com/office/powerpoint/2010/main" val="2811342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1427DF57-5E24-3645-0D95-7A3EFD7C1CF5}"/>
              </a:ext>
            </a:extLst>
          </p:cNvPr>
          <p:cNvSpPr>
            <a:spLocks noGrp="1"/>
          </p:cNvSpPr>
          <p:nvPr>
            <p:ph type="sldNum" sz="quarter" idx="12"/>
          </p:nvPr>
        </p:nvSpPr>
        <p:spPr/>
        <p:txBody>
          <a:bodyPr/>
          <a:lstStyle/>
          <a:p>
            <a:fld id="{6DED5E57-D273-4B8D-B4BF-9D93A9F3F1BA}" type="slidenum">
              <a:rPr lang="en-GB" smtClean="0"/>
              <a:t>7</a:t>
            </a:fld>
            <a:endParaRPr lang="en-GB"/>
          </a:p>
        </p:txBody>
      </p:sp>
      <p:sp>
        <p:nvSpPr>
          <p:cNvPr id="8" name="Textfeld 7">
            <a:extLst>
              <a:ext uri="{FF2B5EF4-FFF2-40B4-BE49-F238E27FC236}">
                <a16:creationId xmlns:a16="http://schemas.microsoft.com/office/drawing/2014/main" id="{B9729891-15F4-0DE4-EC4A-3B4E7AE2BA01}"/>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9" name="Textfeld 8">
            <a:extLst>
              <a:ext uri="{FF2B5EF4-FFF2-40B4-BE49-F238E27FC236}">
                <a16:creationId xmlns:a16="http://schemas.microsoft.com/office/drawing/2014/main" id="{7421465C-BBD4-085B-079A-5105C535C6BF}"/>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a:t>
            </a:r>
            <a:r>
              <a:rPr lang="de-DE" sz="2000" b="1" dirty="0" err="1">
                <a:solidFill>
                  <a:schemeClr val="tx2">
                    <a:lumMod val="90000"/>
                    <a:lumOff val="10000"/>
                  </a:schemeClr>
                </a:solidFill>
              </a:rPr>
              <a:t>Step</a:t>
            </a:r>
            <a:r>
              <a:rPr lang="de-DE" sz="2000" b="1" dirty="0">
                <a:solidFill>
                  <a:schemeClr val="tx2">
                    <a:lumMod val="90000"/>
                    <a:lumOff val="10000"/>
                  </a:schemeClr>
                </a:solidFill>
              </a:rPr>
              <a:t> 0</a:t>
            </a:r>
            <a:endParaRPr lang="en-GB" sz="2000" b="1" dirty="0">
              <a:solidFill>
                <a:schemeClr val="tx2">
                  <a:lumMod val="90000"/>
                  <a:lumOff val="10000"/>
                </a:schemeClr>
              </a:solidFill>
            </a:endParaRPr>
          </a:p>
        </p:txBody>
      </p:sp>
      <p:sp>
        <p:nvSpPr>
          <p:cNvPr id="10" name="Textfeld 9">
            <a:extLst>
              <a:ext uri="{FF2B5EF4-FFF2-40B4-BE49-F238E27FC236}">
                <a16:creationId xmlns:a16="http://schemas.microsoft.com/office/drawing/2014/main" id="{9B57F45C-46CB-CBED-928F-1DFAC0A8FA18}"/>
              </a:ext>
            </a:extLst>
          </p:cNvPr>
          <p:cNvSpPr txBox="1"/>
          <p:nvPr/>
        </p:nvSpPr>
        <p:spPr>
          <a:xfrm>
            <a:off x="484091" y="1232212"/>
            <a:ext cx="11053484" cy="369332"/>
          </a:xfrm>
          <a:prstGeom prst="rect">
            <a:avLst/>
          </a:prstGeom>
          <a:noFill/>
        </p:spPr>
        <p:txBody>
          <a:bodyPr wrap="square">
            <a:spAutoFit/>
          </a:bodyPr>
          <a:lstStyle/>
          <a:p>
            <a:r>
              <a:rPr lang="de-DE" sz="1800" b="1" dirty="0">
                <a:solidFill>
                  <a:srgbClr val="92D050"/>
                </a:solidFill>
                <a:sym typeface="Wingdings 2" panose="05020102010507070707" pitchFamily="18" charset="2"/>
              </a:rPr>
              <a:t>  </a:t>
            </a:r>
            <a:r>
              <a:rPr lang="en-GB" sz="1800" b="0" i="0" dirty="0">
                <a:solidFill>
                  <a:schemeClr val="tx2">
                    <a:lumMod val="90000"/>
                    <a:lumOff val="10000"/>
                  </a:schemeClr>
                </a:solidFill>
                <a:effectLst/>
                <a:latin typeface="Slack-Lato"/>
              </a:rPr>
              <a:t>Write a first iteration roadmap and split tasks between each other.</a:t>
            </a:r>
            <a:r>
              <a:rPr lang="en-GB" dirty="0">
                <a:solidFill>
                  <a:schemeClr val="tx2">
                    <a:lumMod val="90000"/>
                    <a:lumOff val="10000"/>
                  </a:schemeClr>
                </a:solidFill>
                <a:latin typeface="Slack-Lato"/>
              </a:rPr>
              <a:t>	</a:t>
            </a:r>
          </a:p>
        </p:txBody>
      </p:sp>
      <p:cxnSp>
        <p:nvCxnSpPr>
          <p:cNvPr id="11" name="Gerade Verbindung mit Pfeil 10">
            <a:extLst>
              <a:ext uri="{FF2B5EF4-FFF2-40B4-BE49-F238E27FC236}">
                <a16:creationId xmlns:a16="http://schemas.microsoft.com/office/drawing/2014/main" id="{18F4BB42-E80C-576F-96A4-F83C35A5521F}"/>
              </a:ext>
            </a:extLst>
          </p:cNvPr>
          <p:cNvCxnSpPr/>
          <p:nvPr/>
        </p:nvCxnSpPr>
        <p:spPr>
          <a:xfrm>
            <a:off x="699247" y="4034118"/>
            <a:ext cx="10345271" cy="0"/>
          </a:xfrm>
          <a:prstGeom prst="straightConnector1">
            <a:avLst/>
          </a:prstGeom>
          <a:ln w="57150">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 name="Textfeld 11">
            <a:extLst>
              <a:ext uri="{FF2B5EF4-FFF2-40B4-BE49-F238E27FC236}">
                <a16:creationId xmlns:a16="http://schemas.microsoft.com/office/drawing/2014/main" id="{48B83213-4DBD-A4D6-F22A-4E072A800563}"/>
              </a:ext>
            </a:extLst>
          </p:cNvPr>
          <p:cNvSpPr txBox="1"/>
          <p:nvPr/>
        </p:nvSpPr>
        <p:spPr>
          <a:xfrm>
            <a:off x="699247" y="5987018"/>
            <a:ext cx="715260" cy="369332"/>
          </a:xfrm>
          <a:prstGeom prst="rect">
            <a:avLst/>
          </a:prstGeom>
          <a:noFill/>
        </p:spPr>
        <p:txBody>
          <a:bodyPr wrap="none" rtlCol="0">
            <a:spAutoFit/>
          </a:bodyPr>
          <a:lstStyle/>
          <a:p>
            <a:r>
              <a:rPr lang="de-DE" dirty="0">
                <a:solidFill>
                  <a:schemeClr val="tx2">
                    <a:lumMod val="90000"/>
                    <a:lumOff val="10000"/>
                  </a:schemeClr>
                </a:solidFill>
              </a:rPr>
              <a:t>Chris</a:t>
            </a:r>
            <a:endParaRPr lang="en-GB" dirty="0">
              <a:solidFill>
                <a:schemeClr val="tx2">
                  <a:lumMod val="90000"/>
                  <a:lumOff val="10000"/>
                </a:schemeClr>
              </a:solidFill>
            </a:endParaRPr>
          </a:p>
        </p:txBody>
      </p:sp>
      <p:sp>
        <p:nvSpPr>
          <p:cNvPr id="13" name="Textfeld 12">
            <a:extLst>
              <a:ext uri="{FF2B5EF4-FFF2-40B4-BE49-F238E27FC236}">
                <a16:creationId xmlns:a16="http://schemas.microsoft.com/office/drawing/2014/main" id="{B502D05D-0836-0DBC-99EA-7D9E65EEA33C}"/>
              </a:ext>
            </a:extLst>
          </p:cNvPr>
          <p:cNvSpPr txBox="1"/>
          <p:nvPr/>
        </p:nvSpPr>
        <p:spPr>
          <a:xfrm>
            <a:off x="636493" y="1838017"/>
            <a:ext cx="872355" cy="369332"/>
          </a:xfrm>
          <a:prstGeom prst="rect">
            <a:avLst/>
          </a:prstGeom>
          <a:noFill/>
        </p:spPr>
        <p:txBody>
          <a:bodyPr wrap="none" rtlCol="0">
            <a:spAutoFit/>
          </a:bodyPr>
          <a:lstStyle/>
          <a:p>
            <a:r>
              <a:rPr lang="de-DE" dirty="0">
                <a:solidFill>
                  <a:schemeClr val="tx2">
                    <a:lumMod val="90000"/>
                    <a:lumOff val="10000"/>
                  </a:schemeClr>
                </a:solidFill>
              </a:rPr>
              <a:t>Marina</a:t>
            </a:r>
            <a:endParaRPr lang="en-GB" dirty="0">
              <a:solidFill>
                <a:schemeClr val="tx2">
                  <a:lumMod val="90000"/>
                  <a:lumOff val="10000"/>
                </a:schemeClr>
              </a:solidFill>
            </a:endParaRPr>
          </a:p>
        </p:txBody>
      </p:sp>
      <p:cxnSp>
        <p:nvCxnSpPr>
          <p:cNvPr id="15" name="Gerader Verbinder 14">
            <a:extLst>
              <a:ext uri="{FF2B5EF4-FFF2-40B4-BE49-F238E27FC236}">
                <a16:creationId xmlns:a16="http://schemas.microsoft.com/office/drawing/2014/main" id="{AD6457F4-7E3F-A8D6-F566-3F3557368833}"/>
              </a:ext>
            </a:extLst>
          </p:cNvPr>
          <p:cNvCxnSpPr>
            <a:cxnSpLocks/>
          </p:cNvCxnSpPr>
          <p:nvPr/>
        </p:nvCxnSpPr>
        <p:spPr>
          <a:xfrm>
            <a:off x="1470454" y="2729766"/>
            <a:ext cx="550386" cy="1322857"/>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6" name="Gerader Verbinder 15">
            <a:extLst>
              <a:ext uri="{FF2B5EF4-FFF2-40B4-BE49-F238E27FC236}">
                <a16:creationId xmlns:a16="http://schemas.microsoft.com/office/drawing/2014/main" id="{BDE5F310-B011-CAF8-B918-CFE8A1483F7F}"/>
              </a:ext>
            </a:extLst>
          </p:cNvPr>
          <p:cNvCxnSpPr/>
          <p:nvPr/>
        </p:nvCxnSpPr>
        <p:spPr>
          <a:xfrm flipH="1">
            <a:off x="1241598" y="4034118"/>
            <a:ext cx="681321" cy="1425388"/>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7" name="Gerader Verbinder 16">
            <a:extLst>
              <a:ext uri="{FF2B5EF4-FFF2-40B4-BE49-F238E27FC236}">
                <a16:creationId xmlns:a16="http://schemas.microsoft.com/office/drawing/2014/main" id="{BA0552E8-A95F-3B18-6A4D-E8DDA1A6D8FC}"/>
              </a:ext>
            </a:extLst>
          </p:cNvPr>
          <p:cNvCxnSpPr/>
          <p:nvPr/>
        </p:nvCxnSpPr>
        <p:spPr>
          <a:xfrm flipH="1">
            <a:off x="1703293" y="4020671"/>
            <a:ext cx="681321" cy="1425388"/>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8" name="Gerader Verbinder 17">
            <a:extLst>
              <a:ext uri="{FF2B5EF4-FFF2-40B4-BE49-F238E27FC236}">
                <a16:creationId xmlns:a16="http://schemas.microsoft.com/office/drawing/2014/main" id="{872A2747-7CE4-1183-D965-583E9C1514C9}"/>
              </a:ext>
            </a:extLst>
          </p:cNvPr>
          <p:cNvCxnSpPr/>
          <p:nvPr/>
        </p:nvCxnSpPr>
        <p:spPr>
          <a:xfrm flipH="1">
            <a:off x="2160473" y="4034118"/>
            <a:ext cx="681321" cy="1425388"/>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9" name="Gerader Verbinder 18">
            <a:extLst>
              <a:ext uri="{FF2B5EF4-FFF2-40B4-BE49-F238E27FC236}">
                <a16:creationId xmlns:a16="http://schemas.microsoft.com/office/drawing/2014/main" id="{619F29A2-A55E-3C19-1321-AD1E1977EFC7}"/>
              </a:ext>
            </a:extLst>
          </p:cNvPr>
          <p:cNvCxnSpPr/>
          <p:nvPr/>
        </p:nvCxnSpPr>
        <p:spPr>
          <a:xfrm flipH="1">
            <a:off x="2752147" y="4020671"/>
            <a:ext cx="681321" cy="1425388"/>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20" name="Gerader Verbinder 19">
            <a:extLst>
              <a:ext uri="{FF2B5EF4-FFF2-40B4-BE49-F238E27FC236}">
                <a16:creationId xmlns:a16="http://schemas.microsoft.com/office/drawing/2014/main" id="{619226AA-DF20-FA82-78EF-22CCD8987AB7}"/>
              </a:ext>
            </a:extLst>
          </p:cNvPr>
          <p:cNvCxnSpPr/>
          <p:nvPr/>
        </p:nvCxnSpPr>
        <p:spPr>
          <a:xfrm flipH="1">
            <a:off x="3209348" y="4061013"/>
            <a:ext cx="681321" cy="1425388"/>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21" name="Gerader Verbinder 20">
            <a:extLst>
              <a:ext uri="{FF2B5EF4-FFF2-40B4-BE49-F238E27FC236}">
                <a16:creationId xmlns:a16="http://schemas.microsoft.com/office/drawing/2014/main" id="{581D37F7-773F-628A-37B4-6EF6F9DBD355}"/>
              </a:ext>
            </a:extLst>
          </p:cNvPr>
          <p:cNvCxnSpPr/>
          <p:nvPr/>
        </p:nvCxnSpPr>
        <p:spPr>
          <a:xfrm flipH="1">
            <a:off x="3684482" y="4047566"/>
            <a:ext cx="681321" cy="1425388"/>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22" name="Gerader Verbinder 21">
            <a:extLst>
              <a:ext uri="{FF2B5EF4-FFF2-40B4-BE49-F238E27FC236}">
                <a16:creationId xmlns:a16="http://schemas.microsoft.com/office/drawing/2014/main" id="{5287766C-FC27-4366-0880-B91BB8BC35CD}"/>
              </a:ext>
            </a:extLst>
          </p:cNvPr>
          <p:cNvCxnSpPr/>
          <p:nvPr/>
        </p:nvCxnSpPr>
        <p:spPr>
          <a:xfrm flipH="1">
            <a:off x="4061006" y="4061013"/>
            <a:ext cx="681321" cy="1425388"/>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23" name="Gerader Verbinder 22">
            <a:extLst>
              <a:ext uri="{FF2B5EF4-FFF2-40B4-BE49-F238E27FC236}">
                <a16:creationId xmlns:a16="http://schemas.microsoft.com/office/drawing/2014/main" id="{92E9273F-BE63-834C-B9BA-ED54CB80CE51}"/>
              </a:ext>
            </a:extLst>
          </p:cNvPr>
          <p:cNvCxnSpPr/>
          <p:nvPr/>
        </p:nvCxnSpPr>
        <p:spPr>
          <a:xfrm flipH="1">
            <a:off x="4473385" y="4020671"/>
            <a:ext cx="681321" cy="1425388"/>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25" name="Gerader Verbinder 24">
            <a:extLst>
              <a:ext uri="{FF2B5EF4-FFF2-40B4-BE49-F238E27FC236}">
                <a16:creationId xmlns:a16="http://schemas.microsoft.com/office/drawing/2014/main" id="{00E09182-FCAD-E3C0-1E53-1A11CAF84FF2}"/>
              </a:ext>
            </a:extLst>
          </p:cNvPr>
          <p:cNvCxnSpPr>
            <a:cxnSpLocks/>
          </p:cNvCxnSpPr>
          <p:nvPr/>
        </p:nvCxnSpPr>
        <p:spPr>
          <a:xfrm>
            <a:off x="1893085" y="2715742"/>
            <a:ext cx="550386" cy="1322857"/>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26" name="Gerader Verbinder 25">
            <a:extLst>
              <a:ext uri="{FF2B5EF4-FFF2-40B4-BE49-F238E27FC236}">
                <a16:creationId xmlns:a16="http://schemas.microsoft.com/office/drawing/2014/main" id="{78D0A8F8-AE3E-3403-EAA8-3FDA6C0C1D2C}"/>
              </a:ext>
            </a:extLst>
          </p:cNvPr>
          <p:cNvCxnSpPr>
            <a:cxnSpLocks/>
          </p:cNvCxnSpPr>
          <p:nvPr/>
        </p:nvCxnSpPr>
        <p:spPr>
          <a:xfrm>
            <a:off x="2400567" y="2698071"/>
            <a:ext cx="550386" cy="1322857"/>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27" name="Gerader Verbinder 26">
            <a:extLst>
              <a:ext uri="{FF2B5EF4-FFF2-40B4-BE49-F238E27FC236}">
                <a16:creationId xmlns:a16="http://schemas.microsoft.com/office/drawing/2014/main" id="{8CEE8746-568D-A053-BE93-9828AEC2ADC3}"/>
              </a:ext>
            </a:extLst>
          </p:cNvPr>
          <p:cNvCxnSpPr>
            <a:cxnSpLocks/>
          </p:cNvCxnSpPr>
          <p:nvPr/>
        </p:nvCxnSpPr>
        <p:spPr>
          <a:xfrm>
            <a:off x="2798573" y="2715742"/>
            <a:ext cx="550386" cy="1322857"/>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28" name="Gerader Verbinder 27">
            <a:extLst>
              <a:ext uri="{FF2B5EF4-FFF2-40B4-BE49-F238E27FC236}">
                <a16:creationId xmlns:a16="http://schemas.microsoft.com/office/drawing/2014/main" id="{C69A8963-104C-0998-DC91-F3A9D28CA111}"/>
              </a:ext>
            </a:extLst>
          </p:cNvPr>
          <p:cNvCxnSpPr>
            <a:cxnSpLocks/>
          </p:cNvCxnSpPr>
          <p:nvPr/>
        </p:nvCxnSpPr>
        <p:spPr>
          <a:xfrm>
            <a:off x="3229043" y="2738154"/>
            <a:ext cx="550386" cy="1322857"/>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29" name="Gerader Verbinder 28">
            <a:extLst>
              <a:ext uri="{FF2B5EF4-FFF2-40B4-BE49-F238E27FC236}">
                <a16:creationId xmlns:a16="http://schemas.microsoft.com/office/drawing/2014/main" id="{9DE44D1C-FAC0-B66D-0F72-B52D7E2397D2}"/>
              </a:ext>
            </a:extLst>
          </p:cNvPr>
          <p:cNvCxnSpPr>
            <a:cxnSpLocks/>
          </p:cNvCxnSpPr>
          <p:nvPr/>
        </p:nvCxnSpPr>
        <p:spPr>
          <a:xfrm>
            <a:off x="3736228" y="2720226"/>
            <a:ext cx="550386" cy="1322857"/>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30" name="Gerader Verbinder 29">
            <a:extLst>
              <a:ext uri="{FF2B5EF4-FFF2-40B4-BE49-F238E27FC236}">
                <a16:creationId xmlns:a16="http://schemas.microsoft.com/office/drawing/2014/main" id="{A854D1BF-D330-9D8F-9F0D-82C6C56DC3FA}"/>
              </a:ext>
            </a:extLst>
          </p:cNvPr>
          <p:cNvCxnSpPr>
            <a:cxnSpLocks/>
          </p:cNvCxnSpPr>
          <p:nvPr/>
        </p:nvCxnSpPr>
        <p:spPr>
          <a:xfrm>
            <a:off x="9830751" y="2738155"/>
            <a:ext cx="550386" cy="1322857"/>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31" name="Gerader Verbinder 30">
            <a:extLst>
              <a:ext uri="{FF2B5EF4-FFF2-40B4-BE49-F238E27FC236}">
                <a16:creationId xmlns:a16="http://schemas.microsoft.com/office/drawing/2014/main" id="{D2548EFA-D5B6-75D8-F8AB-736BC2A87A62}"/>
              </a:ext>
            </a:extLst>
          </p:cNvPr>
          <p:cNvCxnSpPr>
            <a:cxnSpLocks/>
          </p:cNvCxnSpPr>
          <p:nvPr/>
        </p:nvCxnSpPr>
        <p:spPr>
          <a:xfrm>
            <a:off x="799819" y="2738154"/>
            <a:ext cx="550386" cy="1322857"/>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32" name="Gerader Verbinder 31">
            <a:extLst>
              <a:ext uri="{FF2B5EF4-FFF2-40B4-BE49-F238E27FC236}">
                <a16:creationId xmlns:a16="http://schemas.microsoft.com/office/drawing/2014/main" id="{C3AA3995-4284-7F7F-E6EF-42A2AB29B754}"/>
              </a:ext>
            </a:extLst>
          </p:cNvPr>
          <p:cNvCxnSpPr>
            <a:cxnSpLocks/>
          </p:cNvCxnSpPr>
          <p:nvPr/>
        </p:nvCxnSpPr>
        <p:spPr>
          <a:xfrm>
            <a:off x="1112311" y="2729766"/>
            <a:ext cx="550386" cy="1322857"/>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33" name="Textfeld 32">
            <a:extLst>
              <a:ext uri="{FF2B5EF4-FFF2-40B4-BE49-F238E27FC236}">
                <a16:creationId xmlns:a16="http://schemas.microsoft.com/office/drawing/2014/main" id="{72C546C8-D6AF-AFDD-6A52-01ED2C82E5CE}"/>
              </a:ext>
            </a:extLst>
          </p:cNvPr>
          <p:cNvSpPr txBox="1"/>
          <p:nvPr/>
        </p:nvSpPr>
        <p:spPr>
          <a:xfrm rot="4134005">
            <a:off x="1580383" y="3129130"/>
            <a:ext cx="1649811" cy="400110"/>
          </a:xfrm>
          <a:prstGeom prst="rect">
            <a:avLst/>
          </a:prstGeom>
          <a:noFill/>
        </p:spPr>
        <p:txBody>
          <a:bodyPr wrap="none" rtlCol="0">
            <a:spAutoFit/>
          </a:bodyPr>
          <a:lstStyle/>
          <a:p>
            <a:pPr algn="ctr"/>
            <a:r>
              <a:rPr lang="de-DE" sz="1000" dirty="0" err="1">
                <a:solidFill>
                  <a:schemeClr val="tx2">
                    <a:lumMod val="90000"/>
                    <a:lumOff val="10000"/>
                  </a:schemeClr>
                </a:solidFill>
              </a:rPr>
              <a:t>extracting</a:t>
            </a:r>
            <a:r>
              <a:rPr lang="de-DE" sz="1000" dirty="0">
                <a:solidFill>
                  <a:schemeClr val="tx2">
                    <a:lumMod val="90000"/>
                    <a:lumOff val="10000"/>
                  </a:schemeClr>
                </a:solidFill>
              </a:rPr>
              <a:t> </a:t>
            </a:r>
            <a:r>
              <a:rPr lang="de-DE" sz="1000" dirty="0" err="1">
                <a:solidFill>
                  <a:schemeClr val="tx2">
                    <a:lumMod val="90000"/>
                    <a:lumOff val="10000"/>
                  </a:schemeClr>
                </a:solidFill>
              </a:rPr>
              <a:t>columns</a:t>
            </a:r>
            <a:r>
              <a:rPr lang="de-DE" sz="1000" dirty="0">
                <a:solidFill>
                  <a:schemeClr val="tx2">
                    <a:lumMod val="90000"/>
                    <a:lumOff val="10000"/>
                  </a:schemeClr>
                </a:solidFill>
              </a:rPr>
              <a:t> </a:t>
            </a:r>
            <a:r>
              <a:rPr lang="de-DE" sz="1000" dirty="0" err="1">
                <a:solidFill>
                  <a:schemeClr val="tx2">
                    <a:lumMod val="90000"/>
                    <a:lumOff val="10000"/>
                  </a:schemeClr>
                </a:solidFill>
              </a:rPr>
              <a:t>names</a:t>
            </a:r>
            <a:endParaRPr lang="de-DE" sz="1000" dirty="0">
              <a:solidFill>
                <a:schemeClr val="tx2">
                  <a:lumMod val="90000"/>
                  <a:lumOff val="10000"/>
                </a:schemeClr>
              </a:solidFill>
            </a:endParaRPr>
          </a:p>
          <a:p>
            <a:pPr algn="ctr"/>
            <a:r>
              <a:rPr lang="de-DE" sz="1000" dirty="0">
                <a:solidFill>
                  <a:schemeClr val="tx2">
                    <a:lumMod val="90000"/>
                    <a:lumOff val="10000"/>
                  </a:schemeClr>
                </a:solidFill>
              </a:rPr>
              <a:t> &amp; </a:t>
            </a:r>
            <a:r>
              <a:rPr lang="de-DE" sz="1000" dirty="0" err="1">
                <a:solidFill>
                  <a:schemeClr val="tx2">
                    <a:lumMod val="90000"/>
                    <a:lumOff val="10000"/>
                  </a:schemeClr>
                </a:solidFill>
              </a:rPr>
              <a:t>size</a:t>
            </a:r>
            <a:r>
              <a:rPr lang="de-DE" sz="1000" dirty="0">
                <a:solidFill>
                  <a:schemeClr val="tx2">
                    <a:lumMod val="90000"/>
                    <a:lumOff val="10000"/>
                  </a:schemeClr>
                </a:solidFill>
              </a:rPr>
              <a:t> &amp; </a:t>
            </a:r>
            <a:r>
              <a:rPr lang="de-DE" sz="1000" dirty="0" err="1">
                <a:solidFill>
                  <a:schemeClr val="tx2">
                    <a:lumMod val="90000"/>
                    <a:lumOff val="10000"/>
                  </a:schemeClr>
                </a:solidFill>
              </a:rPr>
              <a:t>types</a:t>
            </a:r>
            <a:endParaRPr lang="en-GB" sz="1000" dirty="0">
              <a:solidFill>
                <a:schemeClr val="tx2">
                  <a:lumMod val="90000"/>
                  <a:lumOff val="10000"/>
                </a:schemeClr>
              </a:solidFill>
            </a:endParaRPr>
          </a:p>
        </p:txBody>
      </p:sp>
      <p:sp>
        <p:nvSpPr>
          <p:cNvPr id="34" name="Textfeld 33">
            <a:extLst>
              <a:ext uri="{FF2B5EF4-FFF2-40B4-BE49-F238E27FC236}">
                <a16:creationId xmlns:a16="http://schemas.microsoft.com/office/drawing/2014/main" id="{FF85B1D0-3C36-854C-E519-F0DB5E45D4FC}"/>
              </a:ext>
            </a:extLst>
          </p:cNvPr>
          <p:cNvSpPr txBox="1"/>
          <p:nvPr/>
        </p:nvSpPr>
        <p:spPr>
          <a:xfrm rot="4069557">
            <a:off x="2039926" y="3110176"/>
            <a:ext cx="1524777" cy="246221"/>
          </a:xfrm>
          <a:prstGeom prst="rect">
            <a:avLst/>
          </a:prstGeom>
          <a:noFill/>
        </p:spPr>
        <p:txBody>
          <a:bodyPr wrap="none" rtlCol="0">
            <a:spAutoFit/>
          </a:bodyPr>
          <a:lstStyle/>
          <a:p>
            <a:pPr algn="ctr"/>
            <a:r>
              <a:rPr lang="de-DE" sz="1000" dirty="0">
                <a:solidFill>
                  <a:schemeClr val="tx2">
                    <a:lumMod val="90000"/>
                    <a:lumOff val="10000"/>
                  </a:schemeClr>
                </a:solidFill>
              </a:rPr>
              <a:t>Checking </a:t>
            </a:r>
            <a:r>
              <a:rPr lang="de-DE" sz="1000" dirty="0" err="1">
                <a:solidFill>
                  <a:schemeClr val="tx2">
                    <a:lumMod val="90000"/>
                    <a:lumOff val="10000"/>
                  </a:schemeClr>
                </a:solidFill>
              </a:rPr>
              <a:t>of</a:t>
            </a:r>
            <a:r>
              <a:rPr lang="de-DE" sz="1000" dirty="0">
                <a:solidFill>
                  <a:schemeClr val="tx2">
                    <a:lumMod val="90000"/>
                    <a:lumOff val="10000"/>
                  </a:schemeClr>
                </a:solidFill>
              </a:rPr>
              <a:t> </a:t>
            </a:r>
            <a:r>
              <a:rPr lang="de-DE" sz="1000" dirty="0" err="1">
                <a:solidFill>
                  <a:schemeClr val="tx2">
                    <a:lumMod val="90000"/>
                    <a:lumOff val="10000"/>
                  </a:schemeClr>
                </a:solidFill>
              </a:rPr>
              <a:t>dubplicates</a:t>
            </a:r>
            <a:endParaRPr lang="en-GB" sz="1000" dirty="0">
              <a:solidFill>
                <a:schemeClr val="tx2">
                  <a:lumMod val="90000"/>
                  <a:lumOff val="10000"/>
                </a:schemeClr>
              </a:solidFill>
            </a:endParaRPr>
          </a:p>
        </p:txBody>
      </p:sp>
      <p:sp>
        <p:nvSpPr>
          <p:cNvPr id="35" name="Textfeld 34">
            <a:extLst>
              <a:ext uri="{FF2B5EF4-FFF2-40B4-BE49-F238E27FC236}">
                <a16:creationId xmlns:a16="http://schemas.microsoft.com/office/drawing/2014/main" id="{5F468147-5E6B-5DF7-7916-D240330AEC69}"/>
              </a:ext>
            </a:extLst>
          </p:cNvPr>
          <p:cNvSpPr txBox="1"/>
          <p:nvPr/>
        </p:nvSpPr>
        <p:spPr>
          <a:xfrm rot="17728570">
            <a:off x="920022" y="4782897"/>
            <a:ext cx="1680268" cy="246221"/>
          </a:xfrm>
          <a:prstGeom prst="rect">
            <a:avLst/>
          </a:prstGeom>
          <a:noFill/>
        </p:spPr>
        <p:txBody>
          <a:bodyPr wrap="none" rtlCol="0">
            <a:spAutoFit/>
          </a:bodyPr>
          <a:lstStyle/>
          <a:p>
            <a:pPr algn="ctr"/>
            <a:r>
              <a:rPr lang="de-DE" sz="1000" dirty="0">
                <a:solidFill>
                  <a:schemeClr val="tx2">
                    <a:lumMod val="90000"/>
                    <a:lumOff val="10000"/>
                  </a:schemeClr>
                </a:solidFill>
              </a:rPr>
              <a:t>Checking </a:t>
            </a:r>
            <a:r>
              <a:rPr lang="de-DE" sz="1000" dirty="0" err="1">
                <a:solidFill>
                  <a:schemeClr val="tx2">
                    <a:lumMod val="90000"/>
                    <a:lumOff val="10000"/>
                  </a:schemeClr>
                </a:solidFill>
              </a:rPr>
              <a:t>of</a:t>
            </a:r>
            <a:r>
              <a:rPr lang="de-DE" sz="1000" dirty="0">
                <a:solidFill>
                  <a:schemeClr val="tx2">
                    <a:lumMod val="90000"/>
                    <a:lumOff val="10000"/>
                  </a:schemeClr>
                </a:solidFill>
              </a:rPr>
              <a:t> </a:t>
            </a:r>
            <a:r>
              <a:rPr lang="de-DE" sz="1000" dirty="0" err="1">
                <a:solidFill>
                  <a:schemeClr val="tx2">
                    <a:lumMod val="90000"/>
                    <a:lumOff val="10000"/>
                  </a:schemeClr>
                </a:solidFill>
              </a:rPr>
              <a:t>missing</a:t>
            </a:r>
            <a:r>
              <a:rPr lang="de-DE" sz="1000" dirty="0">
                <a:solidFill>
                  <a:schemeClr val="tx2">
                    <a:lumMod val="90000"/>
                    <a:lumOff val="10000"/>
                  </a:schemeClr>
                </a:solidFill>
              </a:rPr>
              <a:t> </a:t>
            </a:r>
            <a:r>
              <a:rPr lang="de-DE" sz="1000" dirty="0" err="1">
                <a:solidFill>
                  <a:schemeClr val="tx2">
                    <a:lumMod val="90000"/>
                    <a:lumOff val="10000"/>
                  </a:schemeClr>
                </a:solidFill>
              </a:rPr>
              <a:t>values</a:t>
            </a:r>
            <a:endParaRPr lang="en-GB" sz="1000" dirty="0">
              <a:solidFill>
                <a:schemeClr val="tx2">
                  <a:lumMod val="90000"/>
                  <a:lumOff val="10000"/>
                </a:schemeClr>
              </a:solidFill>
            </a:endParaRPr>
          </a:p>
        </p:txBody>
      </p:sp>
      <p:sp>
        <p:nvSpPr>
          <p:cNvPr id="36" name="Textfeld 35">
            <a:extLst>
              <a:ext uri="{FF2B5EF4-FFF2-40B4-BE49-F238E27FC236}">
                <a16:creationId xmlns:a16="http://schemas.microsoft.com/office/drawing/2014/main" id="{42033250-073B-78F8-13FD-7171C684DE2F}"/>
              </a:ext>
            </a:extLst>
          </p:cNvPr>
          <p:cNvSpPr txBox="1"/>
          <p:nvPr/>
        </p:nvSpPr>
        <p:spPr>
          <a:xfrm rot="4040995">
            <a:off x="1141805" y="3117671"/>
            <a:ext cx="1524777" cy="246221"/>
          </a:xfrm>
          <a:prstGeom prst="rect">
            <a:avLst/>
          </a:prstGeom>
          <a:noFill/>
        </p:spPr>
        <p:txBody>
          <a:bodyPr wrap="none" rtlCol="0">
            <a:spAutoFit/>
          </a:bodyPr>
          <a:lstStyle/>
          <a:p>
            <a:pPr algn="ctr"/>
            <a:r>
              <a:rPr lang="de-DE" sz="1000" dirty="0">
                <a:solidFill>
                  <a:schemeClr val="tx2">
                    <a:lumMod val="90000"/>
                    <a:lumOff val="10000"/>
                  </a:schemeClr>
                </a:solidFill>
              </a:rPr>
              <a:t>Checking </a:t>
            </a:r>
            <a:r>
              <a:rPr lang="de-DE" sz="1000" dirty="0" err="1">
                <a:solidFill>
                  <a:schemeClr val="tx2">
                    <a:lumMod val="90000"/>
                    <a:lumOff val="10000"/>
                  </a:schemeClr>
                </a:solidFill>
              </a:rPr>
              <a:t>of</a:t>
            </a:r>
            <a:r>
              <a:rPr lang="de-DE" sz="1000" dirty="0">
                <a:solidFill>
                  <a:schemeClr val="tx2">
                    <a:lumMod val="90000"/>
                    <a:lumOff val="10000"/>
                  </a:schemeClr>
                </a:solidFill>
              </a:rPr>
              <a:t> </a:t>
            </a:r>
            <a:r>
              <a:rPr lang="de-DE" sz="1000" dirty="0" err="1">
                <a:solidFill>
                  <a:schemeClr val="tx2">
                    <a:lumMod val="90000"/>
                    <a:lumOff val="10000"/>
                  </a:schemeClr>
                </a:solidFill>
              </a:rPr>
              <a:t>dubplicates</a:t>
            </a:r>
            <a:endParaRPr lang="en-GB" sz="1000" dirty="0">
              <a:solidFill>
                <a:schemeClr val="tx2">
                  <a:lumMod val="90000"/>
                  <a:lumOff val="10000"/>
                </a:schemeClr>
              </a:solidFill>
            </a:endParaRPr>
          </a:p>
        </p:txBody>
      </p:sp>
      <p:sp>
        <p:nvSpPr>
          <p:cNvPr id="37" name="Textfeld 36">
            <a:extLst>
              <a:ext uri="{FF2B5EF4-FFF2-40B4-BE49-F238E27FC236}">
                <a16:creationId xmlns:a16="http://schemas.microsoft.com/office/drawing/2014/main" id="{9304A24B-DB36-3E58-6F55-A6F57D01F070}"/>
              </a:ext>
            </a:extLst>
          </p:cNvPr>
          <p:cNvSpPr txBox="1"/>
          <p:nvPr/>
        </p:nvSpPr>
        <p:spPr>
          <a:xfrm rot="4069557">
            <a:off x="373320" y="3099164"/>
            <a:ext cx="1595309" cy="246221"/>
          </a:xfrm>
          <a:prstGeom prst="rect">
            <a:avLst/>
          </a:prstGeom>
          <a:noFill/>
        </p:spPr>
        <p:txBody>
          <a:bodyPr wrap="none" rtlCol="0">
            <a:spAutoFit/>
          </a:bodyPr>
          <a:lstStyle/>
          <a:p>
            <a:pPr algn="ctr"/>
            <a:r>
              <a:rPr lang="de-DE" sz="1000" dirty="0" err="1">
                <a:solidFill>
                  <a:schemeClr val="tx2">
                    <a:lumMod val="90000"/>
                    <a:lumOff val="10000"/>
                  </a:schemeClr>
                </a:solidFill>
              </a:rPr>
              <a:t>Exploring</a:t>
            </a:r>
            <a:r>
              <a:rPr lang="de-DE" sz="1000" dirty="0">
                <a:solidFill>
                  <a:schemeClr val="tx2">
                    <a:lumMod val="90000"/>
                    <a:lumOff val="10000"/>
                  </a:schemeClr>
                </a:solidFill>
              </a:rPr>
              <a:t> </a:t>
            </a:r>
            <a:r>
              <a:rPr lang="de-DE" sz="1000" dirty="0" err="1">
                <a:solidFill>
                  <a:schemeClr val="tx2">
                    <a:lumMod val="90000"/>
                    <a:lumOff val="10000"/>
                  </a:schemeClr>
                </a:solidFill>
              </a:rPr>
              <a:t>datas</a:t>
            </a:r>
            <a:r>
              <a:rPr lang="de-DE" sz="1000" dirty="0">
                <a:solidFill>
                  <a:schemeClr val="tx2">
                    <a:lumMod val="90000"/>
                    <a:lumOff val="10000"/>
                  </a:schemeClr>
                </a:solidFill>
              </a:rPr>
              <a:t> &amp; </a:t>
            </a:r>
            <a:r>
              <a:rPr lang="de-DE" sz="1000" dirty="0" err="1">
                <a:solidFill>
                  <a:schemeClr val="tx2">
                    <a:lumMod val="90000"/>
                    <a:lumOff val="10000"/>
                  </a:schemeClr>
                </a:solidFill>
              </a:rPr>
              <a:t>readme</a:t>
            </a:r>
            <a:endParaRPr lang="en-GB" sz="1000" dirty="0">
              <a:solidFill>
                <a:schemeClr val="tx2">
                  <a:lumMod val="90000"/>
                  <a:lumOff val="10000"/>
                </a:schemeClr>
              </a:solidFill>
            </a:endParaRPr>
          </a:p>
        </p:txBody>
      </p:sp>
      <p:sp>
        <p:nvSpPr>
          <p:cNvPr id="39" name="Textfeld 38">
            <a:extLst>
              <a:ext uri="{FF2B5EF4-FFF2-40B4-BE49-F238E27FC236}">
                <a16:creationId xmlns:a16="http://schemas.microsoft.com/office/drawing/2014/main" id="{94FE193A-D93A-6724-D037-A3955914A173}"/>
              </a:ext>
            </a:extLst>
          </p:cNvPr>
          <p:cNvSpPr txBox="1"/>
          <p:nvPr/>
        </p:nvSpPr>
        <p:spPr>
          <a:xfrm rot="4101800">
            <a:off x="658340" y="3080129"/>
            <a:ext cx="1685078" cy="246221"/>
          </a:xfrm>
          <a:prstGeom prst="rect">
            <a:avLst/>
          </a:prstGeom>
          <a:noFill/>
        </p:spPr>
        <p:txBody>
          <a:bodyPr wrap="none" rtlCol="0">
            <a:spAutoFit/>
          </a:bodyPr>
          <a:lstStyle/>
          <a:p>
            <a:pPr algn="ctr"/>
            <a:r>
              <a:rPr lang="de-DE" sz="1000" dirty="0" err="1">
                <a:solidFill>
                  <a:schemeClr val="tx2">
                    <a:lumMod val="90000"/>
                    <a:lumOff val="10000"/>
                  </a:schemeClr>
                </a:solidFill>
              </a:rPr>
              <a:t>Exclude</a:t>
            </a:r>
            <a:r>
              <a:rPr lang="de-DE" sz="1000" dirty="0">
                <a:solidFill>
                  <a:schemeClr val="tx2">
                    <a:lumMod val="90000"/>
                    <a:lumOff val="10000"/>
                  </a:schemeClr>
                </a:solidFill>
              </a:rPr>
              <a:t> </a:t>
            </a:r>
            <a:r>
              <a:rPr lang="de-DE" sz="1000" dirty="0" err="1">
                <a:solidFill>
                  <a:schemeClr val="tx2">
                    <a:lumMod val="90000"/>
                    <a:lumOff val="10000"/>
                  </a:schemeClr>
                </a:solidFill>
              </a:rPr>
              <a:t>workflow</a:t>
            </a:r>
            <a:r>
              <a:rPr lang="de-DE" sz="1000" dirty="0">
                <a:solidFill>
                  <a:schemeClr val="tx2">
                    <a:lumMod val="90000"/>
                    <a:lumOff val="10000"/>
                  </a:schemeClr>
                </a:solidFill>
              </a:rPr>
              <a:t> variables</a:t>
            </a:r>
            <a:endParaRPr lang="en-GB" sz="1000" dirty="0">
              <a:solidFill>
                <a:schemeClr val="tx2">
                  <a:lumMod val="90000"/>
                  <a:lumOff val="10000"/>
                </a:schemeClr>
              </a:solidFill>
            </a:endParaRPr>
          </a:p>
        </p:txBody>
      </p:sp>
      <p:sp>
        <p:nvSpPr>
          <p:cNvPr id="40" name="Textfeld 39">
            <a:extLst>
              <a:ext uri="{FF2B5EF4-FFF2-40B4-BE49-F238E27FC236}">
                <a16:creationId xmlns:a16="http://schemas.microsoft.com/office/drawing/2014/main" id="{A899BDBA-FBB3-897D-DB70-D3ACEF8C256B}"/>
              </a:ext>
            </a:extLst>
          </p:cNvPr>
          <p:cNvSpPr txBox="1"/>
          <p:nvPr/>
        </p:nvSpPr>
        <p:spPr>
          <a:xfrm rot="17884196">
            <a:off x="534548" y="4695799"/>
            <a:ext cx="1595309" cy="246221"/>
          </a:xfrm>
          <a:prstGeom prst="rect">
            <a:avLst/>
          </a:prstGeom>
          <a:noFill/>
        </p:spPr>
        <p:txBody>
          <a:bodyPr wrap="none" rtlCol="0">
            <a:spAutoFit/>
          </a:bodyPr>
          <a:lstStyle/>
          <a:p>
            <a:pPr algn="ctr"/>
            <a:r>
              <a:rPr lang="de-DE" sz="1000" dirty="0" err="1">
                <a:solidFill>
                  <a:schemeClr val="tx2">
                    <a:lumMod val="90000"/>
                    <a:lumOff val="10000"/>
                  </a:schemeClr>
                </a:solidFill>
              </a:rPr>
              <a:t>Exploring</a:t>
            </a:r>
            <a:r>
              <a:rPr lang="de-DE" sz="1000" dirty="0">
                <a:solidFill>
                  <a:schemeClr val="tx2">
                    <a:lumMod val="90000"/>
                    <a:lumOff val="10000"/>
                  </a:schemeClr>
                </a:solidFill>
              </a:rPr>
              <a:t> </a:t>
            </a:r>
            <a:r>
              <a:rPr lang="de-DE" sz="1000" dirty="0" err="1">
                <a:solidFill>
                  <a:schemeClr val="tx2">
                    <a:lumMod val="90000"/>
                    <a:lumOff val="10000"/>
                  </a:schemeClr>
                </a:solidFill>
              </a:rPr>
              <a:t>datas</a:t>
            </a:r>
            <a:r>
              <a:rPr lang="de-DE" sz="1000" dirty="0">
                <a:solidFill>
                  <a:schemeClr val="tx2">
                    <a:lumMod val="90000"/>
                    <a:lumOff val="10000"/>
                  </a:schemeClr>
                </a:solidFill>
              </a:rPr>
              <a:t> &amp; </a:t>
            </a:r>
            <a:r>
              <a:rPr lang="de-DE" sz="1000" dirty="0" err="1">
                <a:solidFill>
                  <a:schemeClr val="tx2">
                    <a:lumMod val="90000"/>
                    <a:lumOff val="10000"/>
                  </a:schemeClr>
                </a:solidFill>
              </a:rPr>
              <a:t>readme</a:t>
            </a:r>
            <a:endParaRPr lang="en-GB" sz="1000" dirty="0">
              <a:solidFill>
                <a:schemeClr val="tx2">
                  <a:lumMod val="90000"/>
                  <a:lumOff val="10000"/>
                </a:schemeClr>
              </a:solidFill>
            </a:endParaRPr>
          </a:p>
        </p:txBody>
      </p:sp>
      <p:sp>
        <p:nvSpPr>
          <p:cNvPr id="41" name="Textfeld 40">
            <a:extLst>
              <a:ext uri="{FF2B5EF4-FFF2-40B4-BE49-F238E27FC236}">
                <a16:creationId xmlns:a16="http://schemas.microsoft.com/office/drawing/2014/main" id="{B396646A-FEC0-5318-AAD8-75992C53EA45}"/>
              </a:ext>
            </a:extLst>
          </p:cNvPr>
          <p:cNvSpPr txBox="1"/>
          <p:nvPr/>
        </p:nvSpPr>
        <p:spPr>
          <a:xfrm rot="17728570">
            <a:off x="1461821" y="4702896"/>
            <a:ext cx="1584088" cy="246221"/>
          </a:xfrm>
          <a:prstGeom prst="rect">
            <a:avLst/>
          </a:prstGeom>
          <a:noFill/>
        </p:spPr>
        <p:txBody>
          <a:bodyPr wrap="none" rtlCol="0">
            <a:spAutoFit/>
          </a:bodyPr>
          <a:lstStyle/>
          <a:p>
            <a:pPr algn="ctr"/>
            <a:r>
              <a:rPr lang="de-DE" sz="1000" dirty="0">
                <a:solidFill>
                  <a:schemeClr val="tx2">
                    <a:lumMod val="90000"/>
                    <a:lumOff val="10000"/>
                  </a:schemeClr>
                </a:solidFill>
              </a:rPr>
              <a:t>Transfer </a:t>
            </a:r>
            <a:r>
              <a:rPr lang="de-DE" sz="1000" dirty="0" err="1">
                <a:solidFill>
                  <a:schemeClr val="tx2">
                    <a:lumMod val="90000"/>
                    <a:lumOff val="10000"/>
                  </a:schemeClr>
                </a:solidFill>
              </a:rPr>
              <a:t>to</a:t>
            </a:r>
            <a:r>
              <a:rPr lang="de-DE" sz="1000" dirty="0">
                <a:solidFill>
                  <a:schemeClr val="tx2">
                    <a:lumMod val="90000"/>
                    <a:lumOff val="10000"/>
                  </a:schemeClr>
                </a:solidFill>
              </a:rPr>
              <a:t> </a:t>
            </a:r>
            <a:r>
              <a:rPr lang="de-DE" sz="1000" dirty="0" err="1">
                <a:solidFill>
                  <a:schemeClr val="tx2">
                    <a:lumMod val="90000"/>
                    <a:lumOff val="10000"/>
                  </a:schemeClr>
                </a:solidFill>
              </a:rPr>
              <a:t>the</a:t>
            </a:r>
            <a:r>
              <a:rPr lang="de-DE" sz="1000" dirty="0">
                <a:solidFill>
                  <a:schemeClr val="tx2">
                    <a:lumMod val="90000"/>
                    <a:lumOff val="10000"/>
                  </a:schemeClr>
                </a:solidFill>
              </a:rPr>
              <a:t> </a:t>
            </a:r>
            <a:r>
              <a:rPr lang="de-DE" sz="1000" dirty="0" err="1">
                <a:solidFill>
                  <a:schemeClr val="tx2">
                    <a:lumMod val="90000"/>
                    <a:lumOff val="10000"/>
                  </a:schemeClr>
                </a:solidFill>
              </a:rPr>
              <a:t>right</a:t>
            </a:r>
            <a:r>
              <a:rPr lang="de-DE" sz="1000" dirty="0">
                <a:solidFill>
                  <a:schemeClr val="tx2">
                    <a:lumMod val="90000"/>
                    <a:lumOff val="10000"/>
                  </a:schemeClr>
                </a:solidFill>
              </a:rPr>
              <a:t> </a:t>
            </a:r>
            <a:r>
              <a:rPr lang="de-DE" sz="1000" dirty="0" err="1">
                <a:solidFill>
                  <a:schemeClr val="tx2">
                    <a:lumMod val="90000"/>
                    <a:lumOff val="10000"/>
                  </a:schemeClr>
                </a:solidFill>
              </a:rPr>
              <a:t>types</a:t>
            </a:r>
            <a:endParaRPr lang="en-GB" sz="1000" dirty="0">
              <a:solidFill>
                <a:schemeClr val="tx2">
                  <a:lumMod val="90000"/>
                  <a:lumOff val="10000"/>
                </a:schemeClr>
              </a:solidFill>
            </a:endParaRPr>
          </a:p>
        </p:txBody>
      </p:sp>
      <p:sp>
        <p:nvSpPr>
          <p:cNvPr id="42" name="Textfeld 41">
            <a:extLst>
              <a:ext uri="{FF2B5EF4-FFF2-40B4-BE49-F238E27FC236}">
                <a16:creationId xmlns:a16="http://schemas.microsoft.com/office/drawing/2014/main" id="{7FAA649F-1329-561E-A921-B486C7A1BE63}"/>
              </a:ext>
            </a:extLst>
          </p:cNvPr>
          <p:cNvSpPr txBox="1"/>
          <p:nvPr/>
        </p:nvSpPr>
        <p:spPr>
          <a:xfrm rot="4069557">
            <a:off x="2292720" y="2984000"/>
            <a:ext cx="1863011" cy="246221"/>
          </a:xfrm>
          <a:prstGeom prst="rect">
            <a:avLst/>
          </a:prstGeom>
          <a:noFill/>
        </p:spPr>
        <p:txBody>
          <a:bodyPr wrap="none" rtlCol="0">
            <a:spAutoFit/>
          </a:bodyPr>
          <a:lstStyle/>
          <a:p>
            <a:pPr algn="ctr"/>
            <a:r>
              <a:rPr lang="de-DE" sz="1000" dirty="0">
                <a:solidFill>
                  <a:schemeClr val="tx2">
                    <a:lumMod val="90000"/>
                    <a:lumOff val="10000"/>
                  </a:schemeClr>
                </a:solidFill>
              </a:rPr>
              <a:t>Checking </a:t>
            </a:r>
            <a:r>
              <a:rPr lang="de-DE" sz="1000" dirty="0" err="1">
                <a:solidFill>
                  <a:schemeClr val="tx2">
                    <a:lumMod val="90000"/>
                    <a:lumOff val="10000"/>
                  </a:schemeClr>
                </a:solidFill>
              </a:rPr>
              <a:t>of</a:t>
            </a:r>
            <a:r>
              <a:rPr lang="de-DE" sz="1000" dirty="0">
                <a:solidFill>
                  <a:schemeClr val="tx2">
                    <a:lumMod val="90000"/>
                    <a:lumOff val="10000"/>
                  </a:schemeClr>
                </a:solidFill>
              </a:rPr>
              <a:t> </a:t>
            </a:r>
            <a:r>
              <a:rPr lang="de-DE" sz="1000" dirty="0" err="1">
                <a:solidFill>
                  <a:schemeClr val="tx2">
                    <a:lumMod val="90000"/>
                    <a:lumOff val="10000"/>
                  </a:schemeClr>
                </a:solidFill>
              </a:rPr>
              <a:t>Chronogical</a:t>
            </a:r>
            <a:r>
              <a:rPr lang="de-DE" sz="1000" dirty="0">
                <a:solidFill>
                  <a:schemeClr val="tx2">
                    <a:lumMod val="90000"/>
                    <a:lumOff val="10000"/>
                  </a:schemeClr>
                </a:solidFill>
              </a:rPr>
              <a:t> </a:t>
            </a:r>
            <a:r>
              <a:rPr lang="de-DE" sz="1000" dirty="0" err="1">
                <a:solidFill>
                  <a:schemeClr val="tx2">
                    <a:lumMod val="90000"/>
                    <a:lumOff val="10000"/>
                  </a:schemeClr>
                </a:solidFill>
              </a:rPr>
              <a:t>order</a:t>
            </a:r>
            <a:endParaRPr lang="en-GB" sz="1000" dirty="0">
              <a:solidFill>
                <a:schemeClr val="tx2">
                  <a:lumMod val="90000"/>
                  <a:lumOff val="10000"/>
                </a:schemeClr>
              </a:solidFill>
            </a:endParaRPr>
          </a:p>
        </p:txBody>
      </p:sp>
      <p:sp>
        <p:nvSpPr>
          <p:cNvPr id="43" name="Textfeld 42">
            <a:extLst>
              <a:ext uri="{FF2B5EF4-FFF2-40B4-BE49-F238E27FC236}">
                <a16:creationId xmlns:a16="http://schemas.microsoft.com/office/drawing/2014/main" id="{826ED122-ABF8-0EFE-8FE0-56E4835EF90D}"/>
              </a:ext>
            </a:extLst>
          </p:cNvPr>
          <p:cNvSpPr txBox="1"/>
          <p:nvPr/>
        </p:nvSpPr>
        <p:spPr>
          <a:xfrm rot="17728570">
            <a:off x="1930936" y="4652597"/>
            <a:ext cx="1725151" cy="400110"/>
          </a:xfrm>
          <a:prstGeom prst="rect">
            <a:avLst/>
          </a:prstGeom>
          <a:noFill/>
        </p:spPr>
        <p:txBody>
          <a:bodyPr wrap="none" rtlCol="0">
            <a:spAutoFit/>
          </a:bodyPr>
          <a:lstStyle/>
          <a:p>
            <a:pPr algn="ctr"/>
            <a:r>
              <a:rPr lang="de-DE" sz="1000" dirty="0">
                <a:solidFill>
                  <a:schemeClr val="tx2">
                    <a:lumMod val="90000"/>
                    <a:lumOff val="10000"/>
                  </a:schemeClr>
                </a:solidFill>
              </a:rPr>
              <a:t>Checking </a:t>
            </a:r>
            <a:r>
              <a:rPr lang="de-DE" sz="1000" dirty="0" err="1">
                <a:solidFill>
                  <a:schemeClr val="tx2">
                    <a:lumMod val="90000"/>
                    <a:lumOff val="10000"/>
                  </a:schemeClr>
                </a:solidFill>
              </a:rPr>
              <a:t>of</a:t>
            </a:r>
            <a:r>
              <a:rPr lang="de-DE" sz="1000" dirty="0">
                <a:solidFill>
                  <a:schemeClr val="tx2">
                    <a:lumMod val="90000"/>
                    <a:lumOff val="10000"/>
                  </a:schemeClr>
                </a:solidFill>
              </a:rPr>
              <a:t> </a:t>
            </a:r>
            <a:r>
              <a:rPr lang="de-DE" sz="1000" dirty="0" err="1">
                <a:solidFill>
                  <a:schemeClr val="tx2">
                    <a:lumMod val="90000"/>
                    <a:lumOff val="10000"/>
                  </a:schemeClr>
                </a:solidFill>
              </a:rPr>
              <a:t>primary</a:t>
            </a:r>
            <a:r>
              <a:rPr lang="de-DE" sz="1000" dirty="0">
                <a:solidFill>
                  <a:schemeClr val="tx2">
                    <a:lumMod val="90000"/>
                    <a:lumOff val="10000"/>
                  </a:schemeClr>
                </a:solidFill>
              </a:rPr>
              <a:t> </a:t>
            </a:r>
            <a:r>
              <a:rPr lang="de-DE" sz="1000" dirty="0" err="1">
                <a:solidFill>
                  <a:schemeClr val="tx2">
                    <a:lumMod val="90000"/>
                    <a:lumOff val="10000"/>
                  </a:schemeClr>
                </a:solidFill>
              </a:rPr>
              <a:t>keys</a:t>
            </a:r>
            <a:r>
              <a:rPr lang="de-DE" sz="1000" dirty="0">
                <a:solidFill>
                  <a:schemeClr val="tx2">
                    <a:lumMod val="90000"/>
                    <a:lumOff val="10000"/>
                  </a:schemeClr>
                </a:solidFill>
              </a:rPr>
              <a:t> </a:t>
            </a:r>
            <a:r>
              <a:rPr lang="de-DE" sz="1000" dirty="0" err="1">
                <a:solidFill>
                  <a:schemeClr val="tx2">
                    <a:lumMod val="90000"/>
                    <a:lumOff val="10000"/>
                  </a:schemeClr>
                </a:solidFill>
              </a:rPr>
              <a:t>of</a:t>
            </a:r>
            <a:r>
              <a:rPr lang="de-DE" sz="1000" dirty="0">
                <a:solidFill>
                  <a:schemeClr val="tx2">
                    <a:lumMod val="90000"/>
                    <a:lumOff val="10000"/>
                  </a:schemeClr>
                </a:solidFill>
              </a:rPr>
              <a:t> </a:t>
            </a:r>
          </a:p>
          <a:p>
            <a:pPr algn="ctr"/>
            <a:r>
              <a:rPr lang="de-DE" sz="1000" dirty="0">
                <a:solidFill>
                  <a:schemeClr val="tx2">
                    <a:lumMod val="90000"/>
                    <a:lumOff val="10000"/>
                  </a:schemeClr>
                </a:solidFill>
              </a:rPr>
              <a:t>all </a:t>
            </a:r>
            <a:r>
              <a:rPr lang="de-DE" sz="1000" dirty="0" err="1">
                <a:solidFill>
                  <a:schemeClr val="tx2">
                    <a:lumMod val="90000"/>
                    <a:lumOff val="10000"/>
                  </a:schemeClr>
                </a:solidFill>
              </a:rPr>
              <a:t>df</a:t>
            </a:r>
            <a:r>
              <a:rPr lang="de-DE" sz="1000" dirty="0">
                <a:solidFill>
                  <a:schemeClr val="tx2">
                    <a:lumMod val="90000"/>
                    <a:lumOff val="10000"/>
                  </a:schemeClr>
                </a:solidFill>
              </a:rPr>
              <a:t> </a:t>
            </a:r>
            <a:r>
              <a:rPr lang="de-DE" sz="1000" dirty="0" err="1">
                <a:solidFill>
                  <a:schemeClr val="tx2">
                    <a:lumMod val="90000"/>
                    <a:lumOff val="10000"/>
                  </a:schemeClr>
                </a:solidFill>
              </a:rPr>
              <a:t>to</a:t>
            </a:r>
            <a:r>
              <a:rPr lang="de-DE" sz="1000" dirty="0">
                <a:solidFill>
                  <a:schemeClr val="tx2">
                    <a:lumMod val="90000"/>
                    <a:lumOff val="10000"/>
                  </a:schemeClr>
                </a:solidFill>
              </a:rPr>
              <a:t> </a:t>
            </a:r>
            <a:r>
              <a:rPr lang="de-DE" sz="1000" dirty="0" err="1">
                <a:solidFill>
                  <a:schemeClr val="tx2">
                    <a:lumMod val="90000"/>
                    <a:lumOff val="10000"/>
                  </a:schemeClr>
                </a:solidFill>
              </a:rPr>
              <a:t>join</a:t>
            </a:r>
            <a:endParaRPr lang="en-GB" sz="1000" dirty="0">
              <a:solidFill>
                <a:schemeClr val="tx2">
                  <a:lumMod val="90000"/>
                  <a:lumOff val="10000"/>
                </a:schemeClr>
              </a:solidFill>
            </a:endParaRPr>
          </a:p>
        </p:txBody>
      </p:sp>
      <p:sp>
        <p:nvSpPr>
          <p:cNvPr id="44" name="Textfeld 43">
            <a:extLst>
              <a:ext uri="{FF2B5EF4-FFF2-40B4-BE49-F238E27FC236}">
                <a16:creationId xmlns:a16="http://schemas.microsoft.com/office/drawing/2014/main" id="{3FE43923-C0B0-4637-CBC6-E58EA622E061}"/>
              </a:ext>
            </a:extLst>
          </p:cNvPr>
          <p:cNvSpPr txBox="1"/>
          <p:nvPr/>
        </p:nvSpPr>
        <p:spPr>
          <a:xfrm rot="17728570">
            <a:off x="2240652" y="4841511"/>
            <a:ext cx="1963999" cy="246221"/>
          </a:xfrm>
          <a:prstGeom prst="rect">
            <a:avLst/>
          </a:prstGeom>
          <a:noFill/>
        </p:spPr>
        <p:txBody>
          <a:bodyPr wrap="none" rtlCol="0">
            <a:spAutoFit/>
          </a:bodyPr>
          <a:lstStyle/>
          <a:p>
            <a:pPr algn="ctr"/>
            <a:r>
              <a:rPr lang="de-DE" sz="1000" dirty="0" err="1">
                <a:solidFill>
                  <a:schemeClr val="tx2">
                    <a:lumMod val="90000"/>
                    <a:lumOff val="10000"/>
                  </a:schemeClr>
                </a:solidFill>
              </a:rPr>
              <a:t>Correlation</a:t>
            </a:r>
            <a:r>
              <a:rPr lang="de-DE" sz="1000" dirty="0">
                <a:solidFill>
                  <a:schemeClr val="tx2">
                    <a:lumMod val="90000"/>
                    <a:lumOff val="10000"/>
                  </a:schemeClr>
                </a:solidFill>
              </a:rPr>
              <a:t> </a:t>
            </a:r>
            <a:r>
              <a:rPr lang="de-DE" sz="1000" dirty="0" err="1">
                <a:solidFill>
                  <a:schemeClr val="tx2">
                    <a:lumMod val="90000"/>
                    <a:lumOff val="10000"/>
                  </a:schemeClr>
                </a:solidFill>
              </a:rPr>
              <a:t>of</a:t>
            </a:r>
            <a:r>
              <a:rPr lang="de-DE" sz="1000" dirty="0">
                <a:solidFill>
                  <a:schemeClr val="tx2">
                    <a:lumMod val="90000"/>
                    <a:lumOff val="10000"/>
                  </a:schemeClr>
                </a:solidFill>
              </a:rPr>
              <a:t> </a:t>
            </a:r>
            <a:r>
              <a:rPr lang="de-DE" sz="1000" dirty="0" err="1">
                <a:solidFill>
                  <a:schemeClr val="tx2">
                    <a:lumMod val="90000"/>
                    <a:lumOff val="10000"/>
                  </a:schemeClr>
                </a:solidFill>
              </a:rPr>
              <a:t>numeric</a:t>
            </a:r>
            <a:r>
              <a:rPr lang="de-DE" sz="1000" dirty="0">
                <a:solidFill>
                  <a:schemeClr val="tx2">
                    <a:lumMod val="90000"/>
                    <a:lumOff val="10000"/>
                  </a:schemeClr>
                </a:solidFill>
              </a:rPr>
              <a:t> variables</a:t>
            </a:r>
            <a:endParaRPr lang="en-GB" sz="1000" dirty="0">
              <a:solidFill>
                <a:schemeClr val="tx2">
                  <a:lumMod val="90000"/>
                  <a:lumOff val="10000"/>
                </a:schemeClr>
              </a:solidFill>
            </a:endParaRPr>
          </a:p>
        </p:txBody>
      </p:sp>
      <p:sp>
        <p:nvSpPr>
          <p:cNvPr id="45" name="Textfeld 44">
            <a:extLst>
              <a:ext uri="{FF2B5EF4-FFF2-40B4-BE49-F238E27FC236}">
                <a16:creationId xmlns:a16="http://schemas.microsoft.com/office/drawing/2014/main" id="{DE9E2EA2-80C4-EB95-F15C-9563F4DE339B}"/>
              </a:ext>
            </a:extLst>
          </p:cNvPr>
          <p:cNvSpPr txBox="1"/>
          <p:nvPr/>
        </p:nvSpPr>
        <p:spPr>
          <a:xfrm rot="17728570">
            <a:off x="2603643" y="4867416"/>
            <a:ext cx="2153155" cy="246221"/>
          </a:xfrm>
          <a:prstGeom prst="rect">
            <a:avLst/>
          </a:prstGeom>
          <a:noFill/>
        </p:spPr>
        <p:txBody>
          <a:bodyPr wrap="none" rtlCol="0">
            <a:spAutoFit/>
          </a:bodyPr>
          <a:lstStyle/>
          <a:p>
            <a:pPr algn="ctr"/>
            <a:r>
              <a:rPr lang="de-DE" sz="1000" dirty="0" err="1">
                <a:solidFill>
                  <a:schemeClr val="tx2">
                    <a:lumMod val="90000"/>
                    <a:lumOff val="10000"/>
                  </a:schemeClr>
                </a:solidFill>
              </a:rPr>
              <a:t>Correlation</a:t>
            </a:r>
            <a:r>
              <a:rPr lang="de-DE" sz="1000" dirty="0">
                <a:solidFill>
                  <a:schemeClr val="tx2">
                    <a:lumMod val="90000"/>
                    <a:lumOff val="10000"/>
                  </a:schemeClr>
                </a:solidFill>
              </a:rPr>
              <a:t> </a:t>
            </a:r>
            <a:r>
              <a:rPr lang="de-DE" sz="1000" dirty="0" err="1">
                <a:solidFill>
                  <a:schemeClr val="tx2">
                    <a:lumMod val="90000"/>
                    <a:lumOff val="10000"/>
                  </a:schemeClr>
                </a:solidFill>
              </a:rPr>
              <a:t>heatmap</a:t>
            </a:r>
            <a:r>
              <a:rPr lang="de-DE" sz="1000" dirty="0">
                <a:solidFill>
                  <a:schemeClr val="tx2">
                    <a:lumMod val="90000"/>
                    <a:lumOff val="10000"/>
                  </a:schemeClr>
                </a:solidFill>
              </a:rPr>
              <a:t> </a:t>
            </a:r>
            <a:r>
              <a:rPr lang="de-DE" sz="1000" dirty="0" err="1">
                <a:solidFill>
                  <a:schemeClr val="tx2">
                    <a:lumMod val="90000"/>
                    <a:lumOff val="10000"/>
                  </a:schemeClr>
                </a:solidFill>
              </a:rPr>
              <a:t>of</a:t>
            </a:r>
            <a:r>
              <a:rPr lang="de-DE" sz="1000" dirty="0">
                <a:solidFill>
                  <a:schemeClr val="tx2">
                    <a:lumMod val="90000"/>
                    <a:lumOff val="10000"/>
                  </a:schemeClr>
                </a:solidFill>
              </a:rPr>
              <a:t> </a:t>
            </a:r>
            <a:r>
              <a:rPr lang="de-DE" sz="1000" dirty="0" err="1">
                <a:solidFill>
                  <a:schemeClr val="tx2">
                    <a:lumMod val="90000"/>
                    <a:lumOff val="10000"/>
                  </a:schemeClr>
                </a:solidFill>
              </a:rPr>
              <a:t>numeric</a:t>
            </a:r>
            <a:r>
              <a:rPr lang="de-DE" sz="1000" dirty="0">
                <a:solidFill>
                  <a:schemeClr val="tx2">
                    <a:lumMod val="90000"/>
                    <a:lumOff val="10000"/>
                  </a:schemeClr>
                </a:solidFill>
              </a:rPr>
              <a:t> </a:t>
            </a:r>
            <a:r>
              <a:rPr lang="de-DE" sz="1000" dirty="0" err="1">
                <a:solidFill>
                  <a:schemeClr val="tx2">
                    <a:lumMod val="90000"/>
                    <a:lumOff val="10000"/>
                  </a:schemeClr>
                </a:solidFill>
              </a:rPr>
              <a:t>var</a:t>
            </a:r>
            <a:endParaRPr lang="en-GB" sz="1000" dirty="0">
              <a:solidFill>
                <a:schemeClr val="tx2">
                  <a:lumMod val="90000"/>
                  <a:lumOff val="10000"/>
                </a:schemeClr>
              </a:solidFill>
            </a:endParaRPr>
          </a:p>
        </p:txBody>
      </p:sp>
      <p:sp>
        <p:nvSpPr>
          <p:cNvPr id="46" name="Textfeld 45">
            <a:extLst>
              <a:ext uri="{FF2B5EF4-FFF2-40B4-BE49-F238E27FC236}">
                <a16:creationId xmlns:a16="http://schemas.microsoft.com/office/drawing/2014/main" id="{B0CFB16A-F31C-85E7-447E-9D64B8EB559E}"/>
              </a:ext>
            </a:extLst>
          </p:cNvPr>
          <p:cNvSpPr txBox="1"/>
          <p:nvPr/>
        </p:nvSpPr>
        <p:spPr>
          <a:xfrm rot="4069557">
            <a:off x="2607384" y="2956714"/>
            <a:ext cx="1980030" cy="246221"/>
          </a:xfrm>
          <a:prstGeom prst="rect">
            <a:avLst/>
          </a:prstGeom>
          <a:noFill/>
        </p:spPr>
        <p:txBody>
          <a:bodyPr wrap="none" rtlCol="0">
            <a:spAutoFit/>
          </a:bodyPr>
          <a:lstStyle/>
          <a:p>
            <a:pPr algn="ctr"/>
            <a:r>
              <a:rPr lang="de-DE" sz="1000" dirty="0">
                <a:solidFill>
                  <a:schemeClr val="tx2">
                    <a:lumMod val="90000"/>
                    <a:lumOff val="10000"/>
                  </a:schemeClr>
                </a:solidFill>
              </a:rPr>
              <a:t>Checking </a:t>
            </a:r>
            <a:r>
              <a:rPr lang="de-DE" sz="1000" dirty="0" err="1">
                <a:solidFill>
                  <a:schemeClr val="tx2">
                    <a:lumMod val="90000"/>
                    <a:lumOff val="10000"/>
                  </a:schemeClr>
                </a:solidFill>
              </a:rPr>
              <a:t>distribution</a:t>
            </a:r>
            <a:r>
              <a:rPr lang="de-DE" sz="1000" dirty="0">
                <a:solidFill>
                  <a:schemeClr val="tx2">
                    <a:lumMod val="90000"/>
                    <a:lumOff val="10000"/>
                  </a:schemeClr>
                </a:solidFill>
              </a:rPr>
              <a:t> &amp; </a:t>
            </a:r>
            <a:r>
              <a:rPr lang="de-DE" sz="1000" dirty="0" err="1">
                <a:solidFill>
                  <a:schemeClr val="tx2">
                    <a:lumMod val="90000"/>
                    <a:lumOff val="10000"/>
                  </a:schemeClr>
                </a:solidFill>
              </a:rPr>
              <a:t>visualize</a:t>
            </a:r>
            <a:endParaRPr lang="en-GB" sz="1000" dirty="0">
              <a:solidFill>
                <a:schemeClr val="tx2">
                  <a:lumMod val="90000"/>
                  <a:lumOff val="10000"/>
                </a:schemeClr>
              </a:solidFill>
            </a:endParaRPr>
          </a:p>
        </p:txBody>
      </p:sp>
      <p:sp>
        <p:nvSpPr>
          <p:cNvPr id="47" name="Textfeld 46">
            <a:extLst>
              <a:ext uri="{FF2B5EF4-FFF2-40B4-BE49-F238E27FC236}">
                <a16:creationId xmlns:a16="http://schemas.microsoft.com/office/drawing/2014/main" id="{B90A086A-386A-E220-A4FC-6EDE373FE1DB}"/>
              </a:ext>
            </a:extLst>
          </p:cNvPr>
          <p:cNvSpPr txBox="1"/>
          <p:nvPr/>
        </p:nvSpPr>
        <p:spPr>
          <a:xfrm rot="17728570">
            <a:off x="3240910" y="4886333"/>
            <a:ext cx="1640193" cy="246221"/>
          </a:xfrm>
          <a:prstGeom prst="rect">
            <a:avLst/>
          </a:prstGeom>
          <a:noFill/>
        </p:spPr>
        <p:txBody>
          <a:bodyPr wrap="none" rtlCol="0">
            <a:spAutoFit/>
          </a:bodyPr>
          <a:lstStyle/>
          <a:p>
            <a:pPr algn="ctr"/>
            <a:r>
              <a:rPr lang="de-DE" sz="1000" dirty="0" err="1">
                <a:solidFill>
                  <a:schemeClr val="tx2">
                    <a:lumMod val="90000"/>
                    <a:lumOff val="10000"/>
                  </a:schemeClr>
                </a:solidFill>
              </a:rPr>
              <a:t>Correlation</a:t>
            </a:r>
            <a:r>
              <a:rPr lang="de-DE" sz="1000" dirty="0">
                <a:solidFill>
                  <a:schemeClr val="tx2">
                    <a:lumMod val="90000"/>
                    <a:lumOff val="10000"/>
                  </a:schemeClr>
                </a:solidFill>
              </a:rPr>
              <a:t> </a:t>
            </a:r>
            <a:r>
              <a:rPr lang="de-DE" sz="1000" dirty="0" err="1">
                <a:solidFill>
                  <a:schemeClr val="tx2">
                    <a:lumMod val="90000"/>
                    <a:lumOff val="10000"/>
                  </a:schemeClr>
                </a:solidFill>
              </a:rPr>
              <a:t>of</a:t>
            </a:r>
            <a:r>
              <a:rPr lang="de-DE" sz="1000" dirty="0">
                <a:solidFill>
                  <a:schemeClr val="tx2">
                    <a:lumMod val="90000"/>
                    <a:lumOff val="10000"/>
                  </a:schemeClr>
                </a:solidFill>
              </a:rPr>
              <a:t> all variables</a:t>
            </a:r>
            <a:endParaRPr lang="en-GB" sz="1000" dirty="0">
              <a:solidFill>
                <a:schemeClr val="tx2">
                  <a:lumMod val="90000"/>
                  <a:lumOff val="10000"/>
                </a:schemeClr>
              </a:solidFill>
            </a:endParaRPr>
          </a:p>
        </p:txBody>
      </p:sp>
      <p:sp>
        <p:nvSpPr>
          <p:cNvPr id="49" name="Textfeld 48">
            <a:extLst>
              <a:ext uri="{FF2B5EF4-FFF2-40B4-BE49-F238E27FC236}">
                <a16:creationId xmlns:a16="http://schemas.microsoft.com/office/drawing/2014/main" id="{300F00CC-D8AA-BA6B-458F-DA7BA2255099}"/>
              </a:ext>
            </a:extLst>
          </p:cNvPr>
          <p:cNvSpPr txBox="1"/>
          <p:nvPr/>
        </p:nvSpPr>
        <p:spPr>
          <a:xfrm rot="17728570">
            <a:off x="3558712" y="4909141"/>
            <a:ext cx="1829348" cy="246221"/>
          </a:xfrm>
          <a:prstGeom prst="rect">
            <a:avLst/>
          </a:prstGeom>
          <a:noFill/>
        </p:spPr>
        <p:txBody>
          <a:bodyPr wrap="none" rtlCol="0">
            <a:spAutoFit/>
          </a:bodyPr>
          <a:lstStyle/>
          <a:p>
            <a:pPr algn="ctr"/>
            <a:r>
              <a:rPr lang="de-DE" sz="1000" dirty="0" err="1">
                <a:solidFill>
                  <a:schemeClr val="tx2">
                    <a:lumMod val="90000"/>
                    <a:lumOff val="10000"/>
                  </a:schemeClr>
                </a:solidFill>
              </a:rPr>
              <a:t>Correlation</a:t>
            </a:r>
            <a:r>
              <a:rPr lang="de-DE" sz="1000" dirty="0">
                <a:solidFill>
                  <a:schemeClr val="tx2">
                    <a:lumMod val="90000"/>
                    <a:lumOff val="10000"/>
                  </a:schemeClr>
                </a:solidFill>
              </a:rPr>
              <a:t> </a:t>
            </a:r>
            <a:r>
              <a:rPr lang="de-DE" sz="1000" dirty="0" err="1">
                <a:solidFill>
                  <a:schemeClr val="tx2">
                    <a:lumMod val="90000"/>
                    <a:lumOff val="10000"/>
                  </a:schemeClr>
                </a:solidFill>
              </a:rPr>
              <a:t>heatmap</a:t>
            </a:r>
            <a:r>
              <a:rPr lang="de-DE" sz="1000" dirty="0">
                <a:solidFill>
                  <a:schemeClr val="tx2">
                    <a:lumMod val="90000"/>
                    <a:lumOff val="10000"/>
                  </a:schemeClr>
                </a:solidFill>
              </a:rPr>
              <a:t> </a:t>
            </a:r>
            <a:r>
              <a:rPr lang="de-DE" sz="1000" dirty="0" err="1">
                <a:solidFill>
                  <a:schemeClr val="tx2">
                    <a:lumMod val="90000"/>
                    <a:lumOff val="10000"/>
                  </a:schemeClr>
                </a:solidFill>
              </a:rPr>
              <a:t>of</a:t>
            </a:r>
            <a:r>
              <a:rPr lang="de-DE" sz="1000" dirty="0">
                <a:solidFill>
                  <a:schemeClr val="tx2">
                    <a:lumMod val="90000"/>
                    <a:lumOff val="10000"/>
                  </a:schemeClr>
                </a:solidFill>
              </a:rPr>
              <a:t> all </a:t>
            </a:r>
            <a:r>
              <a:rPr lang="de-DE" sz="1000" dirty="0" err="1">
                <a:solidFill>
                  <a:schemeClr val="tx2">
                    <a:lumMod val="90000"/>
                    <a:lumOff val="10000"/>
                  </a:schemeClr>
                </a:solidFill>
              </a:rPr>
              <a:t>var</a:t>
            </a:r>
            <a:endParaRPr lang="en-GB" sz="1000" dirty="0">
              <a:solidFill>
                <a:schemeClr val="tx2">
                  <a:lumMod val="90000"/>
                  <a:lumOff val="10000"/>
                </a:schemeClr>
              </a:solidFill>
            </a:endParaRPr>
          </a:p>
        </p:txBody>
      </p:sp>
      <p:cxnSp>
        <p:nvCxnSpPr>
          <p:cNvPr id="50" name="Gerader Verbinder 49">
            <a:extLst>
              <a:ext uri="{FF2B5EF4-FFF2-40B4-BE49-F238E27FC236}">
                <a16:creationId xmlns:a16="http://schemas.microsoft.com/office/drawing/2014/main" id="{9DF3090E-0D62-20E5-FC9E-A6B94D084D36}"/>
              </a:ext>
            </a:extLst>
          </p:cNvPr>
          <p:cNvCxnSpPr/>
          <p:nvPr/>
        </p:nvCxnSpPr>
        <p:spPr>
          <a:xfrm flipH="1">
            <a:off x="4885747" y="4047566"/>
            <a:ext cx="681321" cy="1425388"/>
          </a:xfrm>
          <a:prstGeom prst="line">
            <a:avLst/>
          </a:prstGeom>
          <a:ln w="381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51" name="Textfeld 50">
            <a:extLst>
              <a:ext uri="{FF2B5EF4-FFF2-40B4-BE49-F238E27FC236}">
                <a16:creationId xmlns:a16="http://schemas.microsoft.com/office/drawing/2014/main" id="{D0756D57-C8BF-2061-4D77-1EA7BF4A640B}"/>
              </a:ext>
            </a:extLst>
          </p:cNvPr>
          <p:cNvSpPr txBox="1"/>
          <p:nvPr/>
        </p:nvSpPr>
        <p:spPr>
          <a:xfrm rot="17728570">
            <a:off x="4330384" y="4815043"/>
            <a:ext cx="1265090" cy="246221"/>
          </a:xfrm>
          <a:prstGeom prst="rect">
            <a:avLst/>
          </a:prstGeom>
          <a:noFill/>
        </p:spPr>
        <p:txBody>
          <a:bodyPr wrap="none" rtlCol="0">
            <a:spAutoFit/>
          </a:bodyPr>
          <a:lstStyle/>
          <a:p>
            <a:pPr algn="ctr"/>
            <a:r>
              <a:rPr lang="de-DE" sz="1000" dirty="0">
                <a:solidFill>
                  <a:schemeClr val="tx2">
                    <a:lumMod val="90000"/>
                    <a:lumOff val="10000"/>
                  </a:schemeClr>
                </a:solidFill>
              </a:rPr>
              <a:t>Bottleneck </a:t>
            </a:r>
            <a:r>
              <a:rPr lang="de-DE" sz="1000" dirty="0" err="1">
                <a:solidFill>
                  <a:schemeClr val="tx2">
                    <a:lumMod val="90000"/>
                    <a:lumOff val="10000"/>
                  </a:schemeClr>
                </a:solidFill>
              </a:rPr>
              <a:t>analysis</a:t>
            </a:r>
            <a:endParaRPr lang="en-GB" sz="1000" dirty="0">
              <a:solidFill>
                <a:schemeClr val="tx2">
                  <a:lumMod val="90000"/>
                  <a:lumOff val="10000"/>
                </a:schemeClr>
              </a:solidFill>
            </a:endParaRPr>
          </a:p>
        </p:txBody>
      </p:sp>
    </p:spTree>
    <p:extLst>
      <p:ext uri="{BB962C8B-B14F-4D97-AF65-F5344CB8AC3E}">
        <p14:creationId xmlns:p14="http://schemas.microsoft.com/office/powerpoint/2010/main" val="888657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75F629A3-86BE-E554-AB1B-7D4E5826A8F9}"/>
              </a:ext>
            </a:extLst>
          </p:cNvPr>
          <p:cNvSpPr>
            <a:spLocks noGrp="1"/>
          </p:cNvSpPr>
          <p:nvPr>
            <p:ph type="sldNum" sz="quarter" idx="12"/>
          </p:nvPr>
        </p:nvSpPr>
        <p:spPr/>
        <p:txBody>
          <a:bodyPr/>
          <a:lstStyle/>
          <a:p>
            <a:fld id="{6DED5E57-D273-4B8D-B4BF-9D93A9F3F1BA}" type="slidenum">
              <a:rPr lang="en-GB" smtClean="0"/>
              <a:t>8</a:t>
            </a:fld>
            <a:endParaRPr lang="en-GB"/>
          </a:p>
        </p:txBody>
      </p:sp>
      <p:sp>
        <p:nvSpPr>
          <p:cNvPr id="5" name="Textfeld 4">
            <a:extLst>
              <a:ext uri="{FF2B5EF4-FFF2-40B4-BE49-F238E27FC236}">
                <a16:creationId xmlns:a16="http://schemas.microsoft.com/office/drawing/2014/main" id="{02EDE0A2-D684-9782-A8C9-BFD7E63D0F18}"/>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6" name="Textfeld 5">
            <a:extLst>
              <a:ext uri="{FF2B5EF4-FFF2-40B4-BE49-F238E27FC236}">
                <a16:creationId xmlns:a16="http://schemas.microsoft.com/office/drawing/2014/main" id="{A610A73E-7D8D-3036-7BEB-FE9546CC9E19}"/>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a:t>
            </a:r>
            <a:r>
              <a:rPr lang="de-DE" sz="2000" b="1" dirty="0" err="1">
                <a:solidFill>
                  <a:schemeClr val="tx2">
                    <a:lumMod val="90000"/>
                    <a:lumOff val="10000"/>
                  </a:schemeClr>
                </a:solidFill>
              </a:rPr>
              <a:t>Step</a:t>
            </a:r>
            <a:r>
              <a:rPr lang="de-DE" sz="2000" b="1" dirty="0">
                <a:solidFill>
                  <a:schemeClr val="tx2">
                    <a:lumMod val="90000"/>
                    <a:lumOff val="10000"/>
                  </a:schemeClr>
                </a:solidFill>
              </a:rPr>
              <a:t> 1</a:t>
            </a:r>
            <a:endParaRPr lang="en-GB" sz="2000" b="1" dirty="0">
              <a:solidFill>
                <a:schemeClr val="tx2">
                  <a:lumMod val="90000"/>
                  <a:lumOff val="10000"/>
                </a:schemeClr>
              </a:solidFill>
            </a:endParaRPr>
          </a:p>
        </p:txBody>
      </p:sp>
      <p:sp>
        <p:nvSpPr>
          <p:cNvPr id="7" name="Textfeld 6">
            <a:extLst>
              <a:ext uri="{FF2B5EF4-FFF2-40B4-BE49-F238E27FC236}">
                <a16:creationId xmlns:a16="http://schemas.microsoft.com/office/drawing/2014/main" id="{4B673E95-A816-9B9C-D4E9-33A1D8178448}"/>
              </a:ext>
            </a:extLst>
          </p:cNvPr>
          <p:cNvSpPr txBox="1"/>
          <p:nvPr/>
        </p:nvSpPr>
        <p:spPr>
          <a:xfrm>
            <a:off x="484091" y="1228165"/>
            <a:ext cx="10883155" cy="4247317"/>
          </a:xfrm>
          <a:prstGeom prst="rect">
            <a:avLst/>
          </a:prstGeom>
          <a:noFill/>
        </p:spPr>
        <p:txBody>
          <a:bodyPr wrap="square" rtlCol="0">
            <a:spAutoFit/>
          </a:bodyPr>
          <a:lstStyle/>
          <a:p>
            <a:r>
              <a:rPr lang="de-DE" sz="1800" b="1" dirty="0">
                <a:solidFill>
                  <a:srgbClr val="92D050"/>
                </a:solidFill>
                <a:sym typeface="Wingdings 2" panose="05020102010507070707" pitchFamily="18" charset="2"/>
              </a:rPr>
              <a:t>  </a:t>
            </a:r>
            <a:r>
              <a:rPr lang="en-GB" dirty="0">
                <a:solidFill>
                  <a:schemeClr val="tx2">
                    <a:lumMod val="90000"/>
                    <a:lumOff val="10000"/>
                  </a:schemeClr>
                </a:solidFill>
                <a:latin typeface="Slack-Lato"/>
              </a:rPr>
              <a:t>De</a:t>
            </a:r>
            <a:r>
              <a:rPr lang="en-GB" sz="1800" b="0" i="0" dirty="0">
                <a:solidFill>
                  <a:schemeClr val="tx2">
                    <a:lumMod val="90000"/>
                    <a:lumOff val="10000"/>
                  </a:schemeClr>
                </a:solidFill>
                <a:effectLst/>
                <a:latin typeface="Slack-Lato"/>
              </a:rPr>
              <a:t>fine the context and the scope of the project</a:t>
            </a:r>
          </a:p>
          <a:p>
            <a:pPr marL="285750" indent="-285750">
              <a:buFont typeface="Wingdings 2" panose="05020102010507070707" pitchFamily="18" charset="2"/>
              <a:buChar char="R"/>
            </a:pPr>
            <a:endParaRPr lang="en-GB" sz="1800" b="0" i="0" dirty="0">
              <a:solidFill>
                <a:schemeClr val="tx2">
                  <a:lumMod val="90000"/>
                  <a:lumOff val="10000"/>
                </a:schemeClr>
              </a:solidFill>
              <a:effectLst/>
              <a:latin typeface="Slack-Lato"/>
            </a:endParaRPr>
          </a:p>
          <a:p>
            <a:pPr marL="800100" lvl="1" indent="-342900">
              <a:buAutoNum type="arabicPeriod"/>
            </a:pPr>
            <a:r>
              <a:rPr lang="en-GB" dirty="0">
                <a:solidFill>
                  <a:schemeClr val="tx2">
                    <a:lumMod val="90000"/>
                    <a:lumOff val="10000"/>
                  </a:schemeClr>
                </a:solidFill>
              </a:rPr>
              <a:t>Overall Objective</a:t>
            </a:r>
          </a:p>
          <a:p>
            <a:pPr marL="1257300" lvl="2" indent="-342900">
              <a:buFont typeface="+mj-lt"/>
              <a:buAutoNum type="alphaLcParenR"/>
            </a:pPr>
            <a:r>
              <a:rPr lang="en-GB" dirty="0">
                <a:solidFill>
                  <a:schemeClr val="tx2">
                    <a:lumMod val="90000"/>
                    <a:lumOff val="10000"/>
                  </a:schemeClr>
                </a:solidFill>
              </a:rPr>
              <a:t>Reduction of throughput times</a:t>
            </a:r>
          </a:p>
          <a:p>
            <a:pPr marL="1257300" lvl="2" indent="-342900">
              <a:buFont typeface="+mj-lt"/>
              <a:buAutoNum type="alphaLcParenR"/>
            </a:pPr>
            <a:r>
              <a:rPr lang="en-GB" dirty="0">
                <a:solidFill>
                  <a:schemeClr val="tx2">
                    <a:lumMod val="90000"/>
                    <a:lumOff val="10000"/>
                  </a:schemeClr>
                </a:solidFill>
              </a:rPr>
              <a:t>Improving the quality of our service</a:t>
            </a:r>
          </a:p>
          <a:p>
            <a:pPr marL="1257300" lvl="2" indent="-342900">
              <a:buFont typeface="+mj-lt"/>
              <a:buAutoNum type="alphaLcParenR"/>
            </a:pPr>
            <a:r>
              <a:rPr lang="en-GB" dirty="0">
                <a:solidFill>
                  <a:schemeClr val="tx2">
                    <a:lumMod val="90000"/>
                    <a:lumOff val="10000"/>
                  </a:schemeClr>
                </a:solidFill>
              </a:rPr>
              <a:t>Better experience for our customers</a:t>
            </a:r>
          </a:p>
          <a:p>
            <a:pPr marL="1257300" lvl="2" indent="-342900">
              <a:buFont typeface="+mj-lt"/>
              <a:buAutoNum type="alphaLcParenR"/>
            </a:pPr>
            <a:r>
              <a:rPr lang="en-GB" dirty="0">
                <a:solidFill>
                  <a:schemeClr val="tx2">
                    <a:lumMod val="90000"/>
                    <a:lumOff val="10000"/>
                  </a:schemeClr>
                </a:solidFill>
              </a:rPr>
              <a:t>Cost reduction</a:t>
            </a:r>
          </a:p>
          <a:p>
            <a:pPr marL="1257300" lvl="2" indent="-342900">
              <a:buFont typeface="+mj-lt"/>
              <a:buAutoNum type="alphaLcParenR"/>
            </a:pPr>
            <a:r>
              <a:rPr lang="en-GB" dirty="0">
                <a:solidFill>
                  <a:schemeClr val="tx2">
                    <a:lumMod val="90000"/>
                    <a:lumOff val="10000"/>
                  </a:schemeClr>
                </a:solidFill>
              </a:rPr>
              <a:t>Margin improvement</a:t>
            </a:r>
          </a:p>
          <a:p>
            <a:pPr marL="800100" lvl="1" indent="-342900">
              <a:buFont typeface="+mj-lt"/>
              <a:buAutoNum type="arabicPeriod"/>
            </a:pPr>
            <a:r>
              <a:rPr lang="en-GB" dirty="0">
                <a:solidFill>
                  <a:schemeClr val="tx2">
                    <a:lumMod val="90000"/>
                    <a:lumOff val="10000"/>
                  </a:schemeClr>
                </a:solidFill>
              </a:rPr>
              <a:t>Inclusions</a:t>
            </a:r>
          </a:p>
          <a:p>
            <a:pPr marL="1257300" lvl="2" indent="-342900">
              <a:buFont typeface="+mj-lt"/>
              <a:buAutoNum type="alphaLcParenR"/>
            </a:pPr>
            <a:r>
              <a:rPr lang="en-GB" dirty="0">
                <a:solidFill>
                  <a:schemeClr val="tx2">
                    <a:lumMod val="90000"/>
                    <a:lumOff val="10000"/>
                  </a:schemeClr>
                </a:solidFill>
              </a:rPr>
              <a:t>Time analysis (priority, type, project, etc.)</a:t>
            </a:r>
          </a:p>
          <a:p>
            <a:pPr marL="1257300" lvl="2" indent="-342900">
              <a:buFont typeface="+mj-lt"/>
              <a:buAutoNum type="alphaLcParenR"/>
            </a:pPr>
            <a:r>
              <a:rPr lang="en-GB" dirty="0">
                <a:solidFill>
                  <a:schemeClr val="tx2">
                    <a:lumMod val="90000"/>
                    <a:lumOff val="10000"/>
                  </a:schemeClr>
                </a:solidFill>
              </a:rPr>
              <a:t>Assignees analysis (training needs)  </a:t>
            </a:r>
          </a:p>
          <a:p>
            <a:pPr marL="1257300" lvl="2" indent="-342900">
              <a:buFont typeface="+mj-lt"/>
              <a:buAutoNum type="alphaLcParenR"/>
            </a:pPr>
            <a:r>
              <a:rPr lang="en-GB" dirty="0">
                <a:solidFill>
                  <a:schemeClr val="tx2">
                    <a:lumMod val="90000"/>
                    <a:lumOff val="10000"/>
                  </a:schemeClr>
                </a:solidFill>
              </a:rPr>
              <a:t>Performance analysis (strengths and weakness of employees)</a:t>
            </a:r>
          </a:p>
          <a:p>
            <a:pPr marL="1257300" lvl="2" indent="-342900">
              <a:buFont typeface="+mj-lt"/>
              <a:buAutoNum type="alphaLcParenR"/>
            </a:pPr>
            <a:r>
              <a:rPr lang="en-GB" dirty="0">
                <a:solidFill>
                  <a:schemeClr val="tx2">
                    <a:lumMod val="90000"/>
                    <a:lumOff val="10000"/>
                  </a:schemeClr>
                </a:solidFill>
              </a:rPr>
              <a:t>Process analysis (better work instructions)</a:t>
            </a:r>
          </a:p>
          <a:p>
            <a:pPr marL="1257300" lvl="2" indent="-342900">
              <a:buFont typeface="+mj-lt"/>
              <a:buAutoNum type="alphaLcParenR"/>
            </a:pPr>
            <a:r>
              <a:rPr lang="en-GB" dirty="0">
                <a:solidFill>
                  <a:schemeClr val="tx2">
                    <a:lumMod val="90000"/>
                    <a:lumOff val="10000"/>
                  </a:schemeClr>
                </a:solidFill>
              </a:rPr>
              <a:t>Communication analysis (influence of comments)</a:t>
            </a:r>
          </a:p>
          <a:p>
            <a:pPr marL="1257300" lvl="2" indent="-342900">
              <a:buFont typeface="+mj-lt"/>
              <a:buAutoNum type="alphaLcParenR"/>
            </a:pPr>
            <a:endParaRPr lang="en-GB" dirty="0">
              <a:solidFill>
                <a:schemeClr val="tx2">
                  <a:lumMod val="90000"/>
                  <a:lumOff val="10000"/>
                </a:schemeClr>
              </a:solidFill>
            </a:endParaRPr>
          </a:p>
        </p:txBody>
      </p:sp>
    </p:spTree>
    <p:extLst>
      <p:ext uri="{BB962C8B-B14F-4D97-AF65-F5344CB8AC3E}">
        <p14:creationId xmlns:p14="http://schemas.microsoft.com/office/powerpoint/2010/main" val="3398812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75F629A3-86BE-E554-AB1B-7D4E5826A8F9}"/>
              </a:ext>
            </a:extLst>
          </p:cNvPr>
          <p:cNvSpPr>
            <a:spLocks noGrp="1"/>
          </p:cNvSpPr>
          <p:nvPr>
            <p:ph type="sldNum" sz="quarter" idx="12"/>
          </p:nvPr>
        </p:nvSpPr>
        <p:spPr/>
        <p:txBody>
          <a:bodyPr/>
          <a:lstStyle/>
          <a:p>
            <a:fld id="{6DED5E57-D273-4B8D-B4BF-9D93A9F3F1BA}" type="slidenum">
              <a:rPr lang="en-GB" smtClean="0"/>
              <a:t>9</a:t>
            </a:fld>
            <a:endParaRPr lang="en-GB"/>
          </a:p>
        </p:txBody>
      </p:sp>
      <p:sp>
        <p:nvSpPr>
          <p:cNvPr id="5" name="Textfeld 4">
            <a:extLst>
              <a:ext uri="{FF2B5EF4-FFF2-40B4-BE49-F238E27FC236}">
                <a16:creationId xmlns:a16="http://schemas.microsoft.com/office/drawing/2014/main" id="{02EDE0A2-D684-9782-A8C9-BFD7E63D0F18}"/>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6" name="Textfeld 5">
            <a:extLst>
              <a:ext uri="{FF2B5EF4-FFF2-40B4-BE49-F238E27FC236}">
                <a16:creationId xmlns:a16="http://schemas.microsoft.com/office/drawing/2014/main" id="{A610A73E-7D8D-3036-7BEB-FE9546CC9E19}"/>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a:t>
            </a:r>
            <a:r>
              <a:rPr lang="de-DE" sz="2000" b="1" dirty="0" err="1">
                <a:solidFill>
                  <a:schemeClr val="tx2">
                    <a:lumMod val="90000"/>
                    <a:lumOff val="10000"/>
                  </a:schemeClr>
                </a:solidFill>
              </a:rPr>
              <a:t>Step</a:t>
            </a:r>
            <a:r>
              <a:rPr lang="de-DE" sz="2000" b="1" dirty="0">
                <a:solidFill>
                  <a:schemeClr val="tx2">
                    <a:lumMod val="90000"/>
                    <a:lumOff val="10000"/>
                  </a:schemeClr>
                </a:solidFill>
              </a:rPr>
              <a:t> 1</a:t>
            </a:r>
            <a:endParaRPr lang="en-GB" sz="2000" b="1" dirty="0">
              <a:solidFill>
                <a:schemeClr val="tx2">
                  <a:lumMod val="90000"/>
                  <a:lumOff val="10000"/>
                </a:schemeClr>
              </a:solidFill>
            </a:endParaRPr>
          </a:p>
        </p:txBody>
      </p:sp>
      <p:sp>
        <p:nvSpPr>
          <p:cNvPr id="7" name="Textfeld 6">
            <a:extLst>
              <a:ext uri="{FF2B5EF4-FFF2-40B4-BE49-F238E27FC236}">
                <a16:creationId xmlns:a16="http://schemas.microsoft.com/office/drawing/2014/main" id="{4B673E95-A816-9B9C-D4E9-33A1D8178448}"/>
              </a:ext>
            </a:extLst>
          </p:cNvPr>
          <p:cNvSpPr txBox="1"/>
          <p:nvPr/>
        </p:nvSpPr>
        <p:spPr>
          <a:xfrm>
            <a:off x="484091" y="1228165"/>
            <a:ext cx="10883155" cy="6463308"/>
          </a:xfrm>
          <a:prstGeom prst="rect">
            <a:avLst/>
          </a:prstGeom>
          <a:noFill/>
        </p:spPr>
        <p:txBody>
          <a:bodyPr wrap="square" rtlCol="0">
            <a:spAutoFit/>
          </a:bodyPr>
          <a:lstStyle/>
          <a:p>
            <a:r>
              <a:rPr lang="de-DE" sz="1800" b="1" dirty="0">
                <a:solidFill>
                  <a:srgbClr val="92D050"/>
                </a:solidFill>
                <a:sym typeface="Wingdings 2" panose="05020102010507070707" pitchFamily="18" charset="2"/>
              </a:rPr>
              <a:t>  </a:t>
            </a:r>
            <a:r>
              <a:rPr lang="en-GB" dirty="0">
                <a:solidFill>
                  <a:schemeClr val="tx2">
                    <a:lumMod val="90000"/>
                    <a:lumOff val="10000"/>
                  </a:schemeClr>
                </a:solidFill>
                <a:latin typeface="Slack-Lato"/>
                <a:sym typeface="Wingdings 2" panose="05020102010507070707" pitchFamily="18" charset="2"/>
              </a:rPr>
              <a:t>D</a:t>
            </a:r>
            <a:r>
              <a:rPr lang="en-GB" sz="1800" b="0" i="0" dirty="0">
                <a:solidFill>
                  <a:schemeClr val="tx2">
                    <a:lumMod val="90000"/>
                    <a:lumOff val="10000"/>
                  </a:schemeClr>
                </a:solidFill>
                <a:effectLst/>
                <a:latin typeface="Slack-Lato"/>
              </a:rPr>
              <a:t>iscover your dataset and make an almost exhaustive analysis</a:t>
            </a:r>
          </a:p>
          <a:p>
            <a:pPr marL="285750" indent="-285750">
              <a:buFont typeface="Wingdings 2" panose="05020102010507070707" pitchFamily="18" charset="2"/>
              <a:buChar char="R"/>
            </a:pPr>
            <a:endParaRPr lang="en-GB" sz="1800" b="0" i="0" dirty="0">
              <a:solidFill>
                <a:schemeClr val="tx2">
                  <a:lumMod val="90000"/>
                  <a:lumOff val="10000"/>
                </a:schemeClr>
              </a:solidFill>
              <a:effectLst/>
              <a:latin typeface="Slack-Lato"/>
            </a:endParaRPr>
          </a:p>
          <a:p>
            <a:pPr marL="342900" indent="-342900">
              <a:buFont typeface="+mj-lt"/>
              <a:buAutoNum type="arabicPeriod"/>
            </a:pPr>
            <a:r>
              <a:rPr lang="en-GB" dirty="0">
                <a:solidFill>
                  <a:schemeClr val="tx2">
                    <a:lumMod val="90000"/>
                    <a:lumOff val="10000"/>
                  </a:schemeClr>
                </a:solidFill>
                <a:latin typeface="Slack-Lato"/>
              </a:rPr>
              <a:t> Given data’s: </a:t>
            </a:r>
          </a:p>
          <a:p>
            <a:pPr marL="800100" lvl="1" indent="-342900">
              <a:buFont typeface="Wingdings" panose="05000000000000000000" pitchFamily="2" charset="2"/>
              <a:buChar char="§"/>
            </a:pPr>
            <a:r>
              <a:rPr lang="en-GB" dirty="0">
                <a:solidFill>
                  <a:schemeClr val="tx2">
                    <a:lumMod val="90000"/>
                    <a:lumOff val="10000"/>
                  </a:schemeClr>
                </a:solidFill>
                <a:latin typeface="Slack-Lato"/>
              </a:rPr>
              <a:t>issues.csv (data reduction of issues_snapshot.csv, except total time for a ticket)</a:t>
            </a:r>
          </a:p>
          <a:p>
            <a:pPr marL="800100" lvl="1" indent="-342900">
              <a:buFont typeface="Wingdings" panose="05000000000000000000" pitchFamily="2" charset="2"/>
              <a:buChar char="§"/>
            </a:pPr>
            <a:r>
              <a:rPr lang="en-GB" dirty="0">
                <a:solidFill>
                  <a:schemeClr val="tx2">
                    <a:lumMod val="90000"/>
                    <a:lumOff val="10000"/>
                  </a:schemeClr>
                </a:solidFill>
                <a:latin typeface="Slack-Lato"/>
              </a:rPr>
              <a:t>issues_snapshot.csv </a:t>
            </a:r>
          </a:p>
          <a:p>
            <a:pPr marL="800100" lvl="1" indent="-342900">
              <a:buFont typeface="Wingdings" panose="05000000000000000000" pitchFamily="2" charset="2"/>
              <a:buChar char="§"/>
            </a:pPr>
            <a:r>
              <a:rPr lang="en-GB" dirty="0">
                <a:solidFill>
                  <a:schemeClr val="tx2">
                    <a:lumMod val="90000"/>
                    <a:lumOff val="10000"/>
                  </a:schemeClr>
                </a:solidFill>
                <a:latin typeface="Slack-Lato"/>
              </a:rPr>
              <a:t>issues_change_history.csv (timestamps of status change) </a:t>
            </a:r>
          </a:p>
          <a:p>
            <a:pPr marL="800100" lvl="1" indent="-342900">
              <a:buFont typeface="Wingdings" panose="05000000000000000000" pitchFamily="2" charset="2"/>
              <a:buChar char="§"/>
            </a:pPr>
            <a:r>
              <a:rPr lang="en-GB" dirty="0">
                <a:solidFill>
                  <a:schemeClr val="tx2">
                    <a:lumMod val="90000"/>
                    <a:lumOff val="10000"/>
                  </a:schemeClr>
                </a:solidFill>
                <a:latin typeface="Slack-Lato"/>
              </a:rPr>
              <a:t>issues_utterances.csv (comments)</a:t>
            </a:r>
          </a:p>
          <a:p>
            <a:pPr marL="800100" lvl="1" indent="-342900">
              <a:buFont typeface="Wingdings" panose="05000000000000000000" pitchFamily="2" charset="2"/>
              <a:buChar char="§"/>
            </a:pPr>
            <a:r>
              <a:rPr lang="en-GB" dirty="0" err="1">
                <a:solidFill>
                  <a:schemeClr val="tx2">
                    <a:lumMod val="90000"/>
                    <a:lumOff val="10000"/>
                  </a:schemeClr>
                </a:solidFill>
                <a:latin typeface="Slack-Lato"/>
              </a:rPr>
              <a:t>issues_snapshot_sample</a:t>
            </a:r>
            <a:r>
              <a:rPr lang="en-GB" dirty="0">
                <a:solidFill>
                  <a:schemeClr val="tx2">
                    <a:lumMod val="90000"/>
                    <a:lumOff val="10000"/>
                  </a:schemeClr>
                </a:solidFill>
                <a:latin typeface="Slack-Lato"/>
              </a:rPr>
              <a:t> (scoring of assignees)</a:t>
            </a:r>
          </a:p>
          <a:p>
            <a:pPr lvl="1"/>
            <a:endParaRPr lang="en-GB" dirty="0">
              <a:solidFill>
                <a:schemeClr val="tx2">
                  <a:lumMod val="90000"/>
                  <a:lumOff val="10000"/>
                </a:schemeClr>
              </a:solidFill>
              <a:latin typeface="Slack-Lato"/>
            </a:endParaRPr>
          </a:p>
          <a:p>
            <a:pPr lvl="1"/>
            <a:r>
              <a:rPr lang="en-GB" dirty="0">
                <a:solidFill>
                  <a:schemeClr val="tx2">
                    <a:lumMod val="90000"/>
                    <a:lumOff val="10000"/>
                  </a:schemeClr>
                </a:solidFill>
                <a:latin typeface="Slack-Lato"/>
              </a:rPr>
              <a:t>The files can all be linked using a primary key.</a:t>
            </a:r>
          </a:p>
          <a:p>
            <a:pPr lvl="1"/>
            <a:endParaRPr lang="en-GB" dirty="0">
              <a:solidFill>
                <a:schemeClr val="tx2">
                  <a:lumMod val="90000"/>
                  <a:lumOff val="10000"/>
                </a:schemeClr>
              </a:solidFill>
              <a:latin typeface="Slack-Lato"/>
            </a:endParaRPr>
          </a:p>
          <a:p>
            <a:pPr marL="342900" indent="-342900">
              <a:buFont typeface="+mj-lt"/>
              <a:buAutoNum type="arabicPeriod"/>
            </a:pPr>
            <a:r>
              <a:rPr lang="en-GB" dirty="0">
                <a:solidFill>
                  <a:schemeClr val="tx2">
                    <a:lumMod val="90000"/>
                    <a:lumOff val="10000"/>
                  </a:schemeClr>
                </a:solidFill>
                <a:latin typeface="Slack-Lato"/>
              </a:rPr>
              <a:t>Data in the respective files was examined and checked for errors and empty cells. Some empty cells were filled. Furthermore, the data types were corrected.</a:t>
            </a:r>
          </a:p>
          <a:p>
            <a:pPr marL="342900" indent="-342900">
              <a:buFont typeface="+mj-lt"/>
              <a:buAutoNum type="arabicPeriod"/>
            </a:pPr>
            <a:r>
              <a:rPr lang="en-GB" dirty="0">
                <a:solidFill>
                  <a:schemeClr val="tx2">
                    <a:lumMod val="90000"/>
                    <a:lumOff val="10000"/>
                  </a:schemeClr>
                </a:solidFill>
                <a:latin typeface="Slack-Lato"/>
              </a:rPr>
              <a:t>To test the dependencies of the variables, the data was examined for correlation (numerical and categorical). Heat maps were then created.</a:t>
            </a:r>
          </a:p>
          <a:p>
            <a:pPr marL="342900" indent="-342900">
              <a:buFont typeface="+mj-lt"/>
              <a:buAutoNum type="arabicPeriod"/>
            </a:pPr>
            <a:r>
              <a:rPr lang="en-GB" dirty="0">
                <a:solidFill>
                  <a:schemeClr val="tx2">
                    <a:lumMod val="90000"/>
                    <a:lumOff val="10000"/>
                  </a:schemeClr>
                </a:solidFill>
                <a:latin typeface="Slack-Lato"/>
              </a:rPr>
              <a:t>The data was examined for distribution and presented in diagrams.</a:t>
            </a:r>
          </a:p>
          <a:p>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r>
              <a:rPr lang="en-GB" sz="1800" b="0" i="0" dirty="0">
                <a:solidFill>
                  <a:schemeClr val="tx2">
                    <a:lumMod val="90000"/>
                    <a:lumOff val="10000"/>
                  </a:schemeClr>
                </a:solidFill>
                <a:effectLst/>
                <a:latin typeface="Slack-Lato"/>
              </a:rPr>
              <a:t>		</a:t>
            </a:r>
          </a:p>
        </p:txBody>
      </p:sp>
    </p:spTree>
    <p:extLst>
      <p:ext uri="{BB962C8B-B14F-4D97-AF65-F5344CB8AC3E}">
        <p14:creationId xmlns:p14="http://schemas.microsoft.com/office/powerpoint/2010/main" val="1646992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75F629A3-86BE-E554-AB1B-7D4E5826A8F9}"/>
              </a:ext>
            </a:extLst>
          </p:cNvPr>
          <p:cNvSpPr>
            <a:spLocks noGrp="1"/>
          </p:cNvSpPr>
          <p:nvPr>
            <p:ph type="sldNum" sz="quarter" idx="12"/>
          </p:nvPr>
        </p:nvSpPr>
        <p:spPr/>
        <p:txBody>
          <a:bodyPr/>
          <a:lstStyle/>
          <a:p>
            <a:fld id="{6DED5E57-D273-4B8D-B4BF-9D93A9F3F1BA}" type="slidenum">
              <a:rPr lang="en-GB" smtClean="0"/>
              <a:t>10</a:t>
            </a:fld>
            <a:endParaRPr lang="en-GB"/>
          </a:p>
        </p:txBody>
      </p:sp>
      <p:sp>
        <p:nvSpPr>
          <p:cNvPr id="5" name="Textfeld 4">
            <a:extLst>
              <a:ext uri="{FF2B5EF4-FFF2-40B4-BE49-F238E27FC236}">
                <a16:creationId xmlns:a16="http://schemas.microsoft.com/office/drawing/2014/main" id="{02EDE0A2-D684-9782-A8C9-BFD7E63D0F18}"/>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6" name="Textfeld 5">
            <a:extLst>
              <a:ext uri="{FF2B5EF4-FFF2-40B4-BE49-F238E27FC236}">
                <a16:creationId xmlns:a16="http://schemas.microsoft.com/office/drawing/2014/main" id="{A610A73E-7D8D-3036-7BEB-FE9546CC9E19}"/>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a:t>
            </a:r>
            <a:r>
              <a:rPr lang="de-DE" sz="2000" b="1" dirty="0" err="1">
                <a:solidFill>
                  <a:schemeClr val="tx2">
                    <a:lumMod val="90000"/>
                    <a:lumOff val="10000"/>
                  </a:schemeClr>
                </a:solidFill>
              </a:rPr>
              <a:t>Step</a:t>
            </a:r>
            <a:r>
              <a:rPr lang="de-DE" sz="2000" b="1" dirty="0">
                <a:solidFill>
                  <a:schemeClr val="tx2">
                    <a:lumMod val="90000"/>
                    <a:lumOff val="10000"/>
                  </a:schemeClr>
                </a:solidFill>
              </a:rPr>
              <a:t> 1</a:t>
            </a:r>
            <a:endParaRPr lang="en-GB" sz="2000" b="1" dirty="0">
              <a:solidFill>
                <a:schemeClr val="tx2">
                  <a:lumMod val="90000"/>
                  <a:lumOff val="10000"/>
                </a:schemeClr>
              </a:solidFill>
            </a:endParaRPr>
          </a:p>
        </p:txBody>
      </p:sp>
      <p:sp>
        <p:nvSpPr>
          <p:cNvPr id="7" name="Textfeld 6">
            <a:extLst>
              <a:ext uri="{FF2B5EF4-FFF2-40B4-BE49-F238E27FC236}">
                <a16:creationId xmlns:a16="http://schemas.microsoft.com/office/drawing/2014/main" id="{4B673E95-A816-9B9C-D4E9-33A1D8178448}"/>
              </a:ext>
            </a:extLst>
          </p:cNvPr>
          <p:cNvSpPr txBox="1"/>
          <p:nvPr/>
        </p:nvSpPr>
        <p:spPr>
          <a:xfrm>
            <a:off x="484091" y="1228165"/>
            <a:ext cx="10883155" cy="3139321"/>
          </a:xfrm>
          <a:prstGeom prst="rect">
            <a:avLst/>
          </a:prstGeom>
          <a:noFill/>
        </p:spPr>
        <p:txBody>
          <a:bodyPr wrap="square" rtlCol="0">
            <a:spAutoFit/>
          </a:bodyPr>
          <a:lstStyle/>
          <a:p>
            <a:r>
              <a:rPr lang="de-DE" sz="1800" b="1" dirty="0">
                <a:solidFill>
                  <a:srgbClr val="92D050"/>
                </a:solidFill>
                <a:sym typeface="Wingdings 2" panose="05020102010507070707" pitchFamily="18" charset="2"/>
              </a:rPr>
              <a:t>  </a:t>
            </a:r>
            <a:r>
              <a:rPr lang="en-GB" dirty="0">
                <a:solidFill>
                  <a:schemeClr val="tx2">
                    <a:lumMod val="90000"/>
                    <a:lumOff val="10000"/>
                  </a:schemeClr>
                </a:solidFill>
                <a:latin typeface="Slack-Lato"/>
                <a:sym typeface="Wingdings 2" panose="05020102010507070707" pitchFamily="18" charset="2"/>
              </a:rPr>
              <a:t>D</a:t>
            </a:r>
            <a:r>
              <a:rPr lang="en-GB" sz="1800" b="0" i="0" dirty="0">
                <a:solidFill>
                  <a:schemeClr val="tx2">
                    <a:lumMod val="90000"/>
                    <a:lumOff val="10000"/>
                  </a:schemeClr>
                </a:solidFill>
                <a:effectLst/>
                <a:latin typeface="Slack-Lato"/>
              </a:rPr>
              <a:t>iscover your dataset and make an almost exhaustive analysis</a:t>
            </a:r>
          </a:p>
          <a:p>
            <a:pPr marL="285750" indent="-285750">
              <a:buFont typeface="Wingdings 2" panose="05020102010507070707" pitchFamily="18" charset="2"/>
              <a:buChar char="R"/>
            </a:pPr>
            <a:endParaRPr lang="en-GB" sz="1800" b="0" i="0" dirty="0">
              <a:solidFill>
                <a:schemeClr val="tx2">
                  <a:lumMod val="90000"/>
                  <a:lumOff val="10000"/>
                </a:schemeClr>
              </a:solidFill>
              <a:effectLst/>
              <a:latin typeface="Slack-Lato"/>
            </a:endParaRPr>
          </a:p>
          <a:p>
            <a:r>
              <a:rPr lang="en-GB" dirty="0" err="1">
                <a:solidFill>
                  <a:schemeClr val="tx2">
                    <a:lumMod val="90000"/>
                    <a:lumOff val="10000"/>
                  </a:schemeClr>
                </a:solidFill>
                <a:latin typeface="Slack-Lato"/>
              </a:rPr>
              <a:t>Diagramm</a:t>
            </a:r>
            <a:r>
              <a:rPr lang="en-GB" dirty="0">
                <a:solidFill>
                  <a:schemeClr val="tx2">
                    <a:lumMod val="90000"/>
                    <a:lumOff val="10000"/>
                  </a:schemeClr>
                </a:solidFill>
                <a:latin typeface="Slack-Lato"/>
              </a:rPr>
              <a:t> 1</a:t>
            </a:r>
            <a:r>
              <a:rPr lang="de-DE" dirty="0">
                <a:solidFill>
                  <a:schemeClr val="tx2">
                    <a:lumMod val="90000"/>
                    <a:lumOff val="10000"/>
                  </a:schemeClr>
                </a:solidFill>
                <a:latin typeface="Slack-Lato"/>
              </a:rPr>
              <a:t>)</a:t>
            </a:r>
            <a:endParaRPr lang="en-GB" dirty="0">
              <a:solidFill>
                <a:schemeClr val="tx2">
                  <a:lumMod val="90000"/>
                  <a:lumOff val="10000"/>
                </a:schemeClr>
              </a:solidFill>
              <a:latin typeface="Slack-Lato"/>
            </a:endParaRPr>
          </a:p>
          <a:p>
            <a:endParaRPr lang="en-GB" dirty="0">
              <a:solidFill>
                <a:schemeClr val="tx2">
                  <a:lumMod val="90000"/>
                  <a:lumOff val="10000"/>
                </a:schemeClr>
              </a:solidFill>
              <a:latin typeface="Slack-Lato"/>
            </a:endParaRPr>
          </a:p>
          <a:p>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r>
              <a:rPr lang="en-GB" sz="1800" b="0" i="0" dirty="0">
                <a:solidFill>
                  <a:schemeClr val="tx2">
                    <a:lumMod val="90000"/>
                    <a:lumOff val="10000"/>
                  </a:schemeClr>
                </a:solidFill>
                <a:effectLst/>
                <a:latin typeface="Slack-Lato"/>
              </a:rPr>
              <a:t>		</a:t>
            </a:r>
          </a:p>
        </p:txBody>
      </p:sp>
      <p:pic>
        <p:nvPicPr>
          <p:cNvPr id="3" name="Grafik 2">
            <a:extLst>
              <a:ext uri="{FF2B5EF4-FFF2-40B4-BE49-F238E27FC236}">
                <a16:creationId xmlns:a16="http://schemas.microsoft.com/office/drawing/2014/main" id="{7BDAAA35-25C7-971F-3FB5-0342D0524561}"/>
              </a:ext>
            </a:extLst>
          </p:cNvPr>
          <p:cNvPicPr>
            <a:picLocks noChangeAspect="1"/>
          </p:cNvPicPr>
          <p:nvPr/>
        </p:nvPicPr>
        <p:blipFill>
          <a:blip r:embed="rId2"/>
          <a:stretch>
            <a:fillRect/>
          </a:stretch>
        </p:blipFill>
        <p:spPr>
          <a:xfrm>
            <a:off x="1721224" y="2191085"/>
            <a:ext cx="7333128" cy="4060616"/>
          </a:xfrm>
          <a:prstGeom prst="rect">
            <a:avLst/>
          </a:prstGeom>
        </p:spPr>
      </p:pic>
    </p:spTree>
    <p:extLst>
      <p:ext uri="{BB962C8B-B14F-4D97-AF65-F5344CB8AC3E}">
        <p14:creationId xmlns:p14="http://schemas.microsoft.com/office/powerpoint/2010/main" val="3085722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75F629A3-86BE-E554-AB1B-7D4E5826A8F9}"/>
              </a:ext>
            </a:extLst>
          </p:cNvPr>
          <p:cNvSpPr>
            <a:spLocks noGrp="1"/>
          </p:cNvSpPr>
          <p:nvPr>
            <p:ph type="sldNum" sz="quarter" idx="12"/>
          </p:nvPr>
        </p:nvSpPr>
        <p:spPr/>
        <p:txBody>
          <a:bodyPr/>
          <a:lstStyle/>
          <a:p>
            <a:fld id="{6DED5E57-D273-4B8D-B4BF-9D93A9F3F1BA}" type="slidenum">
              <a:rPr lang="en-GB" smtClean="0"/>
              <a:t>11</a:t>
            </a:fld>
            <a:endParaRPr lang="en-GB"/>
          </a:p>
        </p:txBody>
      </p:sp>
      <p:sp>
        <p:nvSpPr>
          <p:cNvPr id="5" name="Textfeld 4">
            <a:extLst>
              <a:ext uri="{FF2B5EF4-FFF2-40B4-BE49-F238E27FC236}">
                <a16:creationId xmlns:a16="http://schemas.microsoft.com/office/drawing/2014/main" id="{02EDE0A2-D684-9782-A8C9-BFD7E63D0F18}"/>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6" name="Textfeld 5">
            <a:extLst>
              <a:ext uri="{FF2B5EF4-FFF2-40B4-BE49-F238E27FC236}">
                <a16:creationId xmlns:a16="http://schemas.microsoft.com/office/drawing/2014/main" id="{A610A73E-7D8D-3036-7BEB-FE9546CC9E19}"/>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a:t>
            </a:r>
            <a:r>
              <a:rPr lang="de-DE" sz="2000" b="1" dirty="0" err="1">
                <a:solidFill>
                  <a:schemeClr val="tx2">
                    <a:lumMod val="90000"/>
                    <a:lumOff val="10000"/>
                  </a:schemeClr>
                </a:solidFill>
              </a:rPr>
              <a:t>Step</a:t>
            </a:r>
            <a:r>
              <a:rPr lang="de-DE" sz="2000" b="1" dirty="0">
                <a:solidFill>
                  <a:schemeClr val="tx2">
                    <a:lumMod val="90000"/>
                    <a:lumOff val="10000"/>
                  </a:schemeClr>
                </a:solidFill>
              </a:rPr>
              <a:t> 1</a:t>
            </a:r>
            <a:endParaRPr lang="en-GB" sz="2000" b="1" dirty="0">
              <a:solidFill>
                <a:schemeClr val="tx2">
                  <a:lumMod val="90000"/>
                  <a:lumOff val="10000"/>
                </a:schemeClr>
              </a:solidFill>
            </a:endParaRPr>
          </a:p>
        </p:txBody>
      </p:sp>
      <p:sp>
        <p:nvSpPr>
          <p:cNvPr id="7" name="Textfeld 6">
            <a:extLst>
              <a:ext uri="{FF2B5EF4-FFF2-40B4-BE49-F238E27FC236}">
                <a16:creationId xmlns:a16="http://schemas.microsoft.com/office/drawing/2014/main" id="{4B673E95-A816-9B9C-D4E9-33A1D8178448}"/>
              </a:ext>
            </a:extLst>
          </p:cNvPr>
          <p:cNvSpPr txBox="1"/>
          <p:nvPr/>
        </p:nvSpPr>
        <p:spPr>
          <a:xfrm>
            <a:off x="484091" y="1228165"/>
            <a:ext cx="10883155" cy="3139321"/>
          </a:xfrm>
          <a:prstGeom prst="rect">
            <a:avLst/>
          </a:prstGeom>
          <a:noFill/>
        </p:spPr>
        <p:txBody>
          <a:bodyPr wrap="square" rtlCol="0">
            <a:spAutoFit/>
          </a:bodyPr>
          <a:lstStyle/>
          <a:p>
            <a:r>
              <a:rPr lang="de-DE" sz="1800" b="1" dirty="0">
                <a:solidFill>
                  <a:srgbClr val="92D050"/>
                </a:solidFill>
                <a:sym typeface="Wingdings 2" panose="05020102010507070707" pitchFamily="18" charset="2"/>
              </a:rPr>
              <a:t>  </a:t>
            </a:r>
            <a:r>
              <a:rPr lang="en-GB" dirty="0">
                <a:solidFill>
                  <a:schemeClr val="tx2">
                    <a:lumMod val="90000"/>
                    <a:lumOff val="10000"/>
                  </a:schemeClr>
                </a:solidFill>
                <a:latin typeface="Slack-Lato"/>
                <a:sym typeface="Wingdings 2" panose="05020102010507070707" pitchFamily="18" charset="2"/>
              </a:rPr>
              <a:t>D</a:t>
            </a:r>
            <a:r>
              <a:rPr lang="en-GB" sz="1800" b="0" i="0" dirty="0">
                <a:solidFill>
                  <a:schemeClr val="tx2">
                    <a:lumMod val="90000"/>
                    <a:lumOff val="10000"/>
                  </a:schemeClr>
                </a:solidFill>
                <a:effectLst/>
                <a:latin typeface="Slack-Lato"/>
              </a:rPr>
              <a:t>iscover your dataset and make an almost exhaustive analysis</a:t>
            </a:r>
          </a:p>
          <a:p>
            <a:pPr marL="285750" indent="-285750">
              <a:buFont typeface="Wingdings 2" panose="05020102010507070707" pitchFamily="18" charset="2"/>
              <a:buChar char="R"/>
            </a:pPr>
            <a:endParaRPr lang="en-GB" sz="1800" b="0" i="0" dirty="0">
              <a:solidFill>
                <a:schemeClr val="tx2">
                  <a:lumMod val="90000"/>
                  <a:lumOff val="10000"/>
                </a:schemeClr>
              </a:solidFill>
              <a:effectLst/>
              <a:latin typeface="Slack-Lato"/>
            </a:endParaRPr>
          </a:p>
          <a:p>
            <a:r>
              <a:rPr lang="en-GB" dirty="0" err="1">
                <a:solidFill>
                  <a:schemeClr val="tx2">
                    <a:lumMod val="90000"/>
                    <a:lumOff val="10000"/>
                  </a:schemeClr>
                </a:solidFill>
                <a:latin typeface="Slack-Lato"/>
              </a:rPr>
              <a:t>Diagramm</a:t>
            </a:r>
            <a:r>
              <a:rPr lang="en-GB" dirty="0">
                <a:solidFill>
                  <a:schemeClr val="tx2">
                    <a:lumMod val="90000"/>
                    <a:lumOff val="10000"/>
                  </a:schemeClr>
                </a:solidFill>
                <a:latin typeface="Slack-Lato"/>
              </a:rPr>
              <a:t> 2</a:t>
            </a:r>
            <a:r>
              <a:rPr lang="de-DE" dirty="0">
                <a:solidFill>
                  <a:schemeClr val="tx2">
                    <a:lumMod val="90000"/>
                    <a:lumOff val="10000"/>
                  </a:schemeClr>
                </a:solidFill>
                <a:latin typeface="Slack-Lato"/>
              </a:rPr>
              <a:t>)</a:t>
            </a:r>
            <a:endParaRPr lang="en-GB" dirty="0">
              <a:solidFill>
                <a:schemeClr val="tx2">
                  <a:lumMod val="90000"/>
                  <a:lumOff val="10000"/>
                </a:schemeClr>
              </a:solidFill>
              <a:latin typeface="Slack-Lato"/>
            </a:endParaRPr>
          </a:p>
          <a:p>
            <a:endParaRPr lang="en-GB" dirty="0">
              <a:solidFill>
                <a:schemeClr val="tx2">
                  <a:lumMod val="90000"/>
                  <a:lumOff val="10000"/>
                </a:schemeClr>
              </a:solidFill>
              <a:latin typeface="Slack-Lato"/>
            </a:endParaRPr>
          </a:p>
          <a:p>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r>
              <a:rPr lang="en-GB" sz="1800" b="0" i="0" dirty="0">
                <a:solidFill>
                  <a:schemeClr val="tx2">
                    <a:lumMod val="90000"/>
                    <a:lumOff val="10000"/>
                  </a:schemeClr>
                </a:solidFill>
                <a:effectLst/>
                <a:latin typeface="Slack-Lato"/>
              </a:rPr>
              <a:t>		</a:t>
            </a:r>
          </a:p>
        </p:txBody>
      </p:sp>
      <p:pic>
        <p:nvPicPr>
          <p:cNvPr id="8" name="Picture 7">
            <a:extLst>
              <a:ext uri="{FF2B5EF4-FFF2-40B4-BE49-F238E27FC236}">
                <a16:creationId xmlns:a16="http://schemas.microsoft.com/office/drawing/2014/main" id="{E89E2202-D18E-E308-0E6C-F3F9D8D9A377}"/>
              </a:ext>
            </a:extLst>
          </p:cNvPr>
          <p:cNvPicPr>
            <a:picLocks noChangeAspect="1"/>
          </p:cNvPicPr>
          <p:nvPr/>
        </p:nvPicPr>
        <p:blipFill>
          <a:blip r:embed="rId2"/>
          <a:stretch>
            <a:fillRect/>
          </a:stretch>
        </p:blipFill>
        <p:spPr>
          <a:xfrm>
            <a:off x="3086501" y="2213245"/>
            <a:ext cx="5524099" cy="3827590"/>
          </a:xfrm>
          <a:prstGeom prst="rect">
            <a:avLst/>
          </a:prstGeom>
        </p:spPr>
      </p:pic>
    </p:spTree>
    <p:extLst>
      <p:ext uri="{BB962C8B-B14F-4D97-AF65-F5344CB8AC3E}">
        <p14:creationId xmlns:p14="http://schemas.microsoft.com/office/powerpoint/2010/main" val="230013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75F629A3-86BE-E554-AB1B-7D4E5826A8F9}"/>
              </a:ext>
            </a:extLst>
          </p:cNvPr>
          <p:cNvSpPr>
            <a:spLocks noGrp="1"/>
          </p:cNvSpPr>
          <p:nvPr>
            <p:ph type="sldNum" sz="quarter" idx="12"/>
          </p:nvPr>
        </p:nvSpPr>
        <p:spPr/>
        <p:txBody>
          <a:bodyPr/>
          <a:lstStyle/>
          <a:p>
            <a:fld id="{6DED5E57-D273-4B8D-B4BF-9D93A9F3F1BA}" type="slidenum">
              <a:rPr lang="en-GB" smtClean="0"/>
              <a:t>12</a:t>
            </a:fld>
            <a:endParaRPr lang="en-GB"/>
          </a:p>
        </p:txBody>
      </p:sp>
      <p:sp>
        <p:nvSpPr>
          <p:cNvPr id="5" name="Textfeld 4">
            <a:extLst>
              <a:ext uri="{FF2B5EF4-FFF2-40B4-BE49-F238E27FC236}">
                <a16:creationId xmlns:a16="http://schemas.microsoft.com/office/drawing/2014/main" id="{02EDE0A2-D684-9782-A8C9-BFD7E63D0F18}"/>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6" name="Textfeld 5">
            <a:extLst>
              <a:ext uri="{FF2B5EF4-FFF2-40B4-BE49-F238E27FC236}">
                <a16:creationId xmlns:a16="http://schemas.microsoft.com/office/drawing/2014/main" id="{A610A73E-7D8D-3036-7BEB-FE9546CC9E19}"/>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a:t>
            </a:r>
            <a:r>
              <a:rPr lang="de-DE" sz="2000" b="1" dirty="0" err="1">
                <a:solidFill>
                  <a:schemeClr val="tx2">
                    <a:lumMod val="90000"/>
                    <a:lumOff val="10000"/>
                  </a:schemeClr>
                </a:solidFill>
              </a:rPr>
              <a:t>Step</a:t>
            </a:r>
            <a:r>
              <a:rPr lang="de-DE" sz="2000" b="1" dirty="0">
                <a:solidFill>
                  <a:schemeClr val="tx2">
                    <a:lumMod val="90000"/>
                    <a:lumOff val="10000"/>
                  </a:schemeClr>
                </a:solidFill>
              </a:rPr>
              <a:t> 1</a:t>
            </a:r>
            <a:endParaRPr lang="en-GB" sz="2000" b="1" dirty="0">
              <a:solidFill>
                <a:schemeClr val="tx2">
                  <a:lumMod val="90000"/>
                  <a:lumOff val="10000"/>
                </a:schemeClr>
              </a:solidFill>
            </a:endParaRPr>
          </a:p>
        </p:txBody>
      </p:sp>
      <p:sp>
        <p:nvSpPr>
          <p:cNvPr id="7" name="Textfeld 6">
            <a:extLst>
              <a:ext uri="{FF2B5EF4-FFF2-40B4-BE49-F238E27FC236}">
                <a16:creationId xmlns:a16="http://schemas.microsoft.com/office/drawing/2014/main" id="{4B673E95-A816-9B9C-D4E9-33A1D8178448}"/>
              </a:ext>
            </a:extLst>
          </p:cNvPr>
          <p:cNvSpPr txBox="1"/>
          <p:nvPr/>
        </p:nvSpPr>
        <p:spPr>
          <a:xfrm>
            <a:off x="484091" y="1228165"/>
            <a:ext cx="10883155" cy="3416320"/>
          </a:xfrm>
          <a:prstGeom prst="rect">
            <a:avLst/>
          </a:prstGeom>
          <a:noFill/>
        </p:spPr>
        <p:txBody>
          <a:bodyPr wrap="square" rtlCol="0">
            <a:spAutoFit/>
          </a:bodyPr>
          <a:lstStyle/>
          <a:p>
            <a:r>
              <a:rPr lang="de-DE" sz="1800" b="1" dirty="0">
                <a:solidFill>
                  <a:srgbClr val="92D050"/>
                </a:solidFill>
                <a:sym typeface="Wingdings 2" panose="05020102010507070707" pitchFamily="18" charset="2"/>
              </a:rPr>
              <a:t>  </a:t>
            </a:r>
            <a:r>
              <a:rPr lang="en-GB" dirty="0">
                <a:solidFill>
                  <a:schemeClr val="tx2">
                    <a:lumMod val="90000"/>
                    <a:lumOff val="10000"/>
                  </a:schemeClr>
                </a:solidFill>
                <a:latin typeface="Slack-Lato"/>
                <a:sym typeface="Wingdings 2" panose="05020102010507070707" pitchFamily="18" charset="2"/>
              </a:rPr>
              <a:t>D</a:t>
            </a:r>
            <a:r>
              <a:rPr lang="en-GB" sz="1800" b="0" i="0" dirty="0">
                <a:solidFill>
                  <a:schemeClr val="tx2">
                    <a:lumMod val="90000"/>
                    <a:lumOff val="10000"/>
                  </a:schemeClr>
                </a:solidFill>
                <a:effectLst/>
                <a:latin typeface="Slack-Lato"/>
              </a:rPr>
              <a:t>iscover your dataset and make an almost exhaustive analysis</a:t>
            </a:r>
          </a:p>
          <a:p>
            <a:pPr marL="285750" indent="-285750">
              <a:buFont typeface="Wingdings 2" panose="05020102010507070707" pitchFamily="18" charset="2"/>
              <a:buChar char="R"/>
            </a:pPr>
            <a:endParaRPr lang="en-GB" sz="1800" b="0" i="0" dirty="0">
              <a:solidFill>
                <a:schemeClr val="tx2">
                  <a:lumMod val="90000"/>
                  <a:lumOff val="10000"/>
                </a:schemeClr>
              </a:solidFill>
              <a:effectLst/>
              <a:latin typeface="Slack-Lato"/>
            </a:endParaRPr>
          </a:p>
          <a:p>
            <a:r>
              <a:rPr lang="en-GB" dirty="0" err="1">
                <a:solidFill>
                  <a:schemeClr val="tx2">
                    <a:lumMod val="90000"/>
                    <a:lumOff val="10000"/>
                  </a:schemeClr>
                </a:solidFill>
                <a:latin typeface="Slack-Lato"/>
              </a:rPr>
              <a:t>Diagramm</a:t>
            </a:r>
            <a:r>
              <a:rPr lang="en-GB" dirty="0">
                <a:solidFill>
                  <a:schemeClr val="tx2">
                    <a:lumMod val="90000"/>
                    <a:lumOff val="10000"/>
                  </a:schemeClr>
                </a:solidFill>
                <a:latin typeface="Slack-Lato"/>
              </a:rPr>
              <a:t> 3</a:t>
            </a:r>
            <a:r>
              <a:rPr lang="de-DE" dirty="0">
                <a:solidFill>
                  <a:schemeClr val="tx2">
                    <a:lumMod val="90000"/>
                    <a:lumOff val="10000"/>
                  </a:schemeClr>
                </a:solidFill>
                <a:latin typeface="Slack-Lato"/>
              </a:rPr>
              <a:t>)					</a:t>
            </a:r>
            <a:r>
              <a:rPr lang="en-GB" dirty="0" err="1">
                <a:solidFill>
                  <a:schemeClr val="tx2">
                    <a:lumMod val="90000"/>
                    <a:lumOff val="10000"/>
                  </a:schemeClr>
                </a:solidFill>
                <a:latin typeface="Slack-Lato"/>
              </a:rPr>
              <a:t>Diagramm</a:t>
            </a:r>
            <a:r>
              <a:rPr lang="en-GB" dirty="0">
                <a:solidFill>
                  <a:schemeClr val="tx2">
                    <a:lumMod val="90000"/>
                    <a:lumOff val="10000"/>
                  </a:schemeClr>
                </a:solidFill>
                <a:latin typeface="Slack-Lato"/>
              </a:rPr>
              <a:t> 4</a:t>
            </a:r>
            <a:r>
              <a:rPr lang="de-DE" dirty="0">
                <a:solidFill>
                  <a:schemeClr val="tx2">
                    <a:lumMod val="90000"/>
                    <a:lumOff val="10000"/>
                  </a:schemeClr>
                </a:solidFill>
                <a:latin typeface="Slack-Lato"/>
              </a:rPr>
              <a:t>)</a:t>
            </a:r>
            <a:endParaRPr lang="en-GB" dirty="0">
              <a:solidFill>
                <a:schemeClr val="tx2">
                  <a:lumMod val="90000"/>
                  <a:lumOff val="10000"/>
                </a:schemeClr>
              </a:solidFill>
              <a:latin typeface="Slack-Lato"/>
            </a:endParaRPr>
          </a:p>
          <a:p>
            <a:endParaRPr lang="en-GB" dirty="0">
              <a:solidFill>
                <a:schemeClr val="tx2">
                  <a:lumMod val="90000"/>
                  <a:lumOff val="10000"/>
                </a:schemeClr>
              </a:solidFill>
              <a:latin typeface="Slack-Lato"/>
            </a:endParaRPr>
          </a:p>
          <a:p>
            <a:endParaRPr lang="en-GB" dirty="0">
              <a:solidFill>
                <a:schemeClr val="tx2">
                  <a:lumMod val="90000"/>
                  <a:lumOff val="10000"/>
                </a:schemeClr>
              </a:solidFill>
              <a:latin typeface="Slack-Lato"/>
            </a:endParaRPr>
          </a:p>
          <a:p>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r>
              <a:rPr lang="en-GB" sz="1800" b="0" i="0" dirty="0">
                <a:solidFill>
                  <a:schemeClr val="tx2">
                    <a:lumMod val="90000"/>
                    <a:lumOff val="10000"/>
                  </a:schemeClr>
                </a:solidFill>
                <a:effectLst/>
                <a:latin typeface="Slack-Lato"/>
              </a:rPr>
              <a:t>		</a:t>
            </a:r>
          </a:p>
        </p:txBody>
      </p:sp>
      <p:pic>
        <p:nvPicPr>
          <p:cNvPr id="8" name="Picture 7">
            <a:extLst>
              <a:ext uri="{FF2B5EF4-FFF2-40B4-BE49-F238E27FC236}">
                <a16:creationId xmlns:a16="http://schemas.microsoft.com/office/drawing/2014/main" id="{1D69D789-58D2-17D4-E9EE-329C28AC25E8}"/>
              </a:ext>
            </a:extLst>
          </p:cNvPr>
          <p:cNvPicPr>
            <a:picLocks noChangeAspect="1"/>
          </p:cNvPicPr>
          <p:nvPr/>
        </p:nvPicPr>
        <p:blipFill>
          <a:blip r:embed="rId2"/>
          <a:stretch>
            <a:fillRect/>
          </a:stretch>
        </p:blipFill>
        <p:spPr>
          <a:xfrm>
            <a:off x="484091" y="2362002"/>
            <a:ext cx="5321988" cy="4289809"/>
          </a:xfrm>
          <a:prstGeom prst="rect">
            <a:avLst/>
          </a:prstGeom>
        </p:spPr>
      </p:pic>
      <p:pic>
        <p:nvPicPr>
          <p:cNvPr id="10" name="Picture 9">
            <a:extLst>
              <a:ext uri="{FF2B5EF4-FFF2-40B4-BE49-F238E27FC236}">
                <a16:creationId xmlns:a16="http://schemas.microsoft.com/office/drawing/2014/main" id="{AD8C01A0-E95E-B08A-5C1B-E15CF8CCE44E}"/>
              </a:ext>
            </a:extLst>
          </p:cNvPr>
          <p:cNvPicPr>
            <a:picLocks noChangeAspect="1"/>
          </p:cNvPicPr>
          <p:nvPr/>
        </p:nvPicPr>
        <p:blipFill>
          <a:blip r:embed="rId3"/>
          <a:stretch>
            <a:fillRect/>
          </a:stretch>
        </p:blipFill>
        <p:spPr>
          <a:xfrm>
            <a:off x="6412817" y="2407419"/>
            <a:ext cx="4476412" cy="3920133"/>
          </a:xfrm>
          <a:prstGeom prst="rect">
            <a:avLst/>
          </a:prstGeom>
        </p:spPr>
      </p:pic>
    </p:spTree>
    <p:extLst>
      <p:ext uri="{BB962C8B-B14F-4D97-AF65-F5344CB8AC3E}">
        <p14:creationId xmlns:p14="http://schemas.microsoft.com/office/powerpoint/2010/main" val="4078240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75F629A3-86BE-E554-AB1B-7D4E5826A8F9}"/>
              </a:ext>
            </a:extLst>
          </p:cNvPr>
          <p:cNvSpPr>
            <a:spLocks noGrp="1"/>
          </p:cNvSpPr>
          <p:nvPr>
            <p:ph type="sldNum" sz="quarter" idx="12"/>
          </p:nvPr>
        </p:nvSpPr>
        <p:spPr/>
        <p:txBody>
          <a:bodyPr/>
          <a:lstStyle/>
          <a:p>
            <a:fld id="{6DED5E57-D273-4B8D-B4BF-9D93A9F3F1BA}" type="slidenum">
              <a:rPr lang="en-GB" smtClean="0"/>
              <a:t>13</a:t>
            </a:fld>
            <a:endParaRPr lang="en-GB"/>
          </a:p>
        </p:txBody>
      </p:sp>
      <p:sp>
        <p:nvSpPr>
          <p:cNvPr id="5" name="Textfeld 4">
            <a:extLst>
              <a:ext uri="{FF2B5EF4-FFF2-40B4-BE49-F238E27FC236}">
                <a16:creationId xmlns:a16="http://schemas.microsoft.com/office/drawing/2014/main" id="{02EDE0A2-D684-9782-A8C9-BFD7E63D0F18}"/>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6" name="Textfeld 5">
            <a:extLst>
              <a:ext uri="{FF2B5EF4-FFF2-40B4-BE49-F238E27FC236}">
                <a16:creationId xmlns:a16="http://schemas.microsoft.com/office/drawing/2014/main" id="{A610A73E-7D8D-3036-7BEB-FE9546CC9E19}"/>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a:t>
            </a:r>
            <a:r>
              <a:rPr lang="de-DE" sz="2000" b="1" dirty="0" err="1">
                <a:solidFill>
                  <a:schemeClr val="tx2">
                    <a:lumMod val="90000"/>
                    <a:lumOff val="10000"/>
                  </a:schemeClr>
                </a:solidFill>
              </a:rPr>
              <a:t>Step</a:t>
            </a:r>
            <a:r>
              <a:rPr lang="de-DE" sz="2000" b="1" dirty="0">
                <a:solidFill>
                  <a:schemeClr val="tx2">
                    <a:lumMod val="90000"/>
                    <a:lumOff val="10000"/>
                  </a:schemeClr>
                </a:solidFill>
              </a:rPr>
              <a:t> 1</a:t>
            </a:r>
            <a:endParaRPr lang="en-GB" sz="2000" b="1" dirty="0">
              <a:solidFill>
                <a:schemeClr val="tx2">
                  <a:lumMod val="90000"/>
                  <a:lumOff val="10000"/>
                </a:schemeClr>
              </a:solidFill>
            </a:endParaRPr>
          </a:p>
        </p:txBody>
      </p:sp>
      <p:sp>
        <p:nvSpPr>
          <p:cNvPr id="7" name="Textfeld 6">
            <a:extLst>
              <a:ext uri="{FF2B5EF4-FFF2-40B4-BE49-F238E27FC236}">
                <a16:creationId xmlns:a16="http://schemas.microsoft.com/office/drawing/2014/main" id="{4B673E95-A816-9B9C-D4E9-33A1D8178448}"/>
              </a:ext>
            </a:extLst>
          </p:cNvPr>
          <p:cNvSpPr txBox="1"/>
          <p:nvPr/>
        </p:nvSpPr>
        <p:spPr>
          <a:xfrm>
            <a:off x="484091" y="1228165"/>
            <a:ext cx="10883155" cy="3139321"/>
          </a:xfrm>
          <a:prstGeom prst="rect">
            <a:avLst/>
          </a:prstGeom>
          <a:noFill/>
        </p:spPr>
        <p:txBody>
          <a:bodyPr wrap="square" rtlCol="0">
            <a:spAutoFit/>
          </a:bodyPr>
          <a:lstStyle/>
          <a:p>
            <a:r>
              <a:rPr lang="de-DE" sz="1800" b="1" dirty="0">
                <a:solidFill>
                  <a:srgbClr val="92D050"/>
                </a:solidFill>
                <a:sym typeface="Wingdings 2" panose="05020102010507070707" pitchFamily="18" charset="2"/>
              </a:rPr>
              <a:t>  </a:t>
            </a:r>
            <a:r>
              <a:rPr lang="en-GB" dirty="0">
                <a:solidFill>
                  <a:schemeClr val="tx2">
                    <a:lumMod val="90000"/>
                    <a:lumOff val="10000"/>
                  </a:schemeClr>
                </a:solidFill>
                <a:latin typeface="Slack-Lato"/>
                <a:sym typeface="Wingdings 2" panose="05020102010507070707" pitchFamily="18" charset="2"/>
              </a:rPr>
              <a:t>D</a:t>
            </a:r>
            <a:r>
              <a:rPr lang="en-GB" sz="1800" b="0" i="0" dirty="0">
                <a:solidFill>
                  <a:schemeClr val="tx2">
                    <a:lumMod val="90000"/>
                    <a:lumOff val="10000"/>
                  </a:schemeClr>
                </a:solidFill>
                <a:effectLst/>
                <a:latin typeface="Slack-Lato"/>
              </a:rPr>
              <a:t>iscover your dataset and make an almost exhaustive analysis</a:t>
            </a:r>
          </a:p>
          <a:p>
            <a:pPr marL="285750" indent="-285750">
              <a:buFont typeface="Wingdings 2" panose="05020102010507070707" pitchFamily="18" charset="2"/>
              <a:buChar char="R"/>
            </a:pPr>
            <a:endParaRPr lang="en-GB" sz="1800" b="0" i="0" dirty="0">
              <a:solidFill>
                <a:schemeClr val="tx2">
                  <a:lumMod val="90000"/>
                  <a:lumOff val="10000"/>
                </a:schemeClr>
              </a:solidFill>
              <a:effectLst/>
              <a:latin typeface="Slack-Lato"/>
            </a:endParaRPr>
          </a:p>
          <a:p>
            <a:r>
              <a:rPr lang="en-GB" dirty="0" err="1">
                <a:solidFill>
                  <a:schemeClr val="tx2">
                    <a:lumMod val="90000"/>
                    <a:lumOff val="10000"/>
                  </a:schemeClr>
                </a:solidFill>
                <a:latin typeface="Slack-Lato"/>
              </a:rPr>
              <a:t>Diagramm</a:t>
            </a:r>
            <a:r>
              <a:rPr lang="en-GB" dirty="0">
                <a:solidFill>
                  <a:schemeClr val="tx2">
                    <a:lumMod val="90000"/>
                    <a:lumOff val="10000"/>
                  </a:schemeClr>
                </a:solidFill>
                <a:latin typeface="Slack-Lato"/>
              </a:rPr>
              <a:t> 5</a:t>
            </a:r>
            <a:r>
              <a:rPr lang="de-DE" dirty="0">
                <a:solidFill>
                  <a:schemeClr val="tx2">
                    <a:lumMod val="90000"/>
                    <a:lumOff val="10000"/>
                  </a:schemeClr>
                </a:solidFill>
                <a:latin typeface="Slack-Lato"/>
              </a:rPr>
              <a:t>)</a:t>
            </a:r>
            <a:endParaRPr lang="en-GB" dirty="0">
              <a:solidFill>
                <a:schemeClr val="tx2">
                  <a:lumMod val="90000"/>
                  <a:lumOff val="10000"/>
                </a:schemeClr>
              </a:solidFill>
              <a:latin typeface="Slack-Lato"/>
            </a:endParaRPr>
          </a:p>
          <a:p>
            <a:endParaRPr lang="en-GB" dirty="0">
              <a:solidFill>
                <a:schemeClr val="tx2">
                  <a:lumMod val="90000"/>
                  <a:lumOff val="10000"/>
                </a:schemeClr>
              </a:solidFill>
              <a:latin typeface="Slack-Lato"/>
            </a:endParaRPr>
          </a:p>
          <a:p>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pPr marL="342900" indent="-342900">
              <a:buFont typeface="+mj-lt"/>
              <a:buAutoNum type="arabicPeriod"/>
            </a:pPr>
            <a:endParaRPr lang="en-GB" dirty="0">
              <a:solidFill>
                <a:schemeClr val="tx2">
                  <a:lumMod val="90000"/>
                  <a:lumOff val="10000"/>
                </a:schemeClr>
              </a:solidFill>
              <a:latin typeface="Slack-Lato"/>
            </a:endParaRPr>
          </a:p>
          <a:p>
            <a:r>
              <a:rPr lang="en-GB" sz="1800" b="0" i="0" dirty="0">
                <a:solidFill>
                  <a:schemeClr val="tx2">
                    <a:lumMod val="90000"/>
                    <a:lumOff val="10000"/>
                  </a:schemeClr>
                </a:solidFill>
                <a:effectLst/>
                <a:latin typeface="Slack-Lato"/>
              </a:rPr>
              <a:t>		</a:t>
            </a:r>
          </a:p>
        </p:txBody>
      </p:sp>
      <p:pic>
        <p:nvPicPr>
          <p:cNvPr id="3" name="Picture 2">
            <a:extLst>
              <a:ext uri="{FF2B5EF4-FFF2-40B4-BE49-F238E27FC236}">
                <a16:creationId xmlns:a16="http://schemas.microsoft.com/office/drawing/2014/main" id="{CD56CEE4-9444-7CDD-918E-776A0C0D4760}"/>
              </a:ext>
            </a:extLst>
          </p:cNvPr>
          <p:cNvPicPr>
            <a:picLocks noChangeAspect="1"/>
          </p:cNvPicPr>
          <p:nvPr/>
        </p:nvPicPr>
        <p:blipFill>
          <a:blip r:embed="rId2"/>
          <a:stretch>
            <a:fillRect/>
          </a:stretch>
        </p:blipFill>
        <p:spPr>
          <a:xfrm>
            <a:off x="2906322" y="2268281"/>
            <a:ext cx="5252620" cy="3795162"/>
          </a:xfrm>
          <a:prstGeom prst="rect">
            <a:avLst/>
          </a:prstGeom>
        </p:spPr>
      </p:pic>
    </p:spTree>
    <p:extLst>
      <p:ext uri="{BB962C8B-B14F-4D97-AF65-F5344CB8AC3E}">
        <p14:creationId xmlns:p14="http://schemas.microsoft.com/office/powerpoint/2010/main" val="1194298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75F629A3-86BE-E554-AB1B-7D4E5826A8F9}"/>
              </a:ext>
            </a:extLst>
          </p:cNvPr>
          <p:cNvSpPr>
            <a:spLocks noGrp="1"/>
          </p:cNvSpPr>
          <p:nvPr>
            <p:ph type="sldNum" sz="quarter" idx="12"/>
          </p:nvPr>
        </p:nvSpPr>
        <p:spPr/>
        <p:txBody>
          <a:bodyPr/>
          <a:lstStyle/>
          <a:p>
            <a:fld id="{6DED5E57-D273-4B8D-B4BF-9D93A9F3F1BA}" type="slidenum">
              <a:rPr lang="en-GB" smtClean="0"/>
              <a:t>14</a:t>
            </a:fld>
            <a:endParaRPr lang="en-GB"/>
          </a:p>
        </p:txBody>
      </p:sp>
      <p:sp>
        <p:nvSpPr>
          <p:cNvPr id="5" name="Textfeld 4">
            <a:extLst>
              <a:ext uri="{FF2B5EF4-FFF2-40B4-BE49-F238E27FC236}">
                <a16:creationId xmlns:a16="http://schemas.microsoft.com/office/drawing/2014/main" id="{02EDE0A2-D684-9782-A8C9-BFD7E63D0F18}"/>
              </a:ext>
            </a:extLst>
          </p:cNvPr>
          <p:cNvSpPr txBox="1"/>
          <p:nvPr/>
        </p:nvSpPr>
        <p:spPr>
          <a:xfrm>
            <a:off x="484092" y="206189"/>
            <a:ext cx="10883155" cy="400110"/>
          </a:xfrm>
          <a:prstGeom prst="rect">
            <a:avLst/>
          </a:prstGeom>
          <a:noFill/>
        </p:spPr>
        <p:txBody>
          <a:bodyPr wrap="square" rtlCol="0">
            <a:spAutoFit/>
          </a:bodyPr>
          <a:lstStyle/>
          <a:p>
            <a:r>
              <a:rPr lang="de-DE" sz="2000" b="1" dirty="0">
                <a:solidFill>
                  <a:schemeClr val="tx2">
                    <a:lumMod val="90000"/>
                    <a:lumOff val="10000"/>
                  </a:schemeClr>
                </a:solidFill>
              </a:rPr>
              <a:t>Project: Helpdesk-Tickets</a:t>
            </a:r>
            <a:endParaRPr lang="en-GB" sz="2000" b="1" dirty="0">
              <a:solidFill>
                <a:schemeClr val="tx2">
                  <a:lumMod val="90000"/>
                  <a:lumOff val="10000"/>
                </a:schemeClr>
              </a:solidFill>
            </a:endParaRPr>
          </a:p>
        </p:txBody>
      </p:sp>
      <p:sp>
        <p:nvSpPr>
          <p:cNvPr id="6" name="Textfeld 5">
            <a:extLst>
              <a:ext uri="{FF2B5EF4-FFF2-40B4-BE49-F238E27FC236}">
                <a16:creationId xmlns:a16="http://schemas.microsoft.com/office/drawing/2014/main" id="{A610A73E-7D8D-3036-7BEB-FE9546CC9E19}"/>
              </a:ext>
            </a:extLst>
          </p:cNvPr>
          <p:cNvSpPr txBox="1"/>
          <p:nvPr/>
        </p:nvSpPr>
        <p:spPr>
          <a:xfrm>
            <a:off x="484091" y="606299"/>
            <a:ext cx="10883155" cy="400110"/>
          </a:xfrm>
          <a:prstGeom prst="rect">
            <a:avLst/>
          </a:prstGeom>
          <a:noFill/>
        </p:spPr>
        <p:txBody>
          <a:bodyPr wrap="square" rtlCol="0">
            <a:spAutoFit/>
          </a:bodyPr>
          <a:lstStyle/>
          <a:p>
            <a:r>
              <a:rPr lang="de-DE" sz="2000" b="1" dirty="0">
                <a:solidFill>
                  <a:schemeClr val="tx2">
                    <a:lumMod val="90000"/>
                    <a:lumOff val="10000"/>
                  </a:schemeClr>
                </a:solidFill>
              </a:rPr>
              <a:t> - </a:t>
            </a:r>
            <a:r>
              <a:rPr lang="de-DE" sz="2000" b="1" dirty="0" err="1">
                <a:solidFill>
                  <a:schemeClr val="tx2">
                    <a:lumMod val="90000"/>
                    <a:lumOff val="10000"/>
                  </a:schemeClr>
                </a:solidFill>
              </a:rPr>
              <a:t>Step</a:t>
            </a:r>
            <a:r>
              <a:rPr lang="de-DE" sz="2000" b="1" dirty="0">
                <a:solidFill>
                  <a:schemeClr val="tx2">
                    <a:lumMod val="90000"/>
                    <a:lumOff val="10000"/>
                  </a:schemeClr>
                </a:solidFill>
              </a:rPr>
              <a:t> 1</a:t>
            </a:r>
            <a:endParaRPr lang="en-GB" sz="2000" b="1" dirty="0">
              <a:solidFill>
                <a:schemeClr val="tx2">
                  <a:lumMod val="90000"/>
                  <a:lumOff val="10000"/>
                </a:schemeClr>
              </a:solidFill>
            </a:endParaRPr>
          </a:p>
        </p:txBody>
      </p:sp>
      <p:sp>
        <p:nvSpPr>
          <p:cNvPr id="7" name="Textfeld 6">
            <a:extLst>
              <a:ext uri="{FF2B5EF4-FFF2-40B4-BE49-F238E27FC236}">
                <a16:creationId xmlns:a16="http://schemas.microsoft.com/office/drawing/2014/main" id="{4B673E95-A816-9B9C-D4E9-33A1D8178448}"/>
              </a:ext>
            </a:extLst>
          </p:cNvPr>
          <p:cNvSpPr txBox="1"/>
          <p:nvPr/>
        </p:nvSpPr>
        <p:spPr>
          <a:xfrm>
            <a:off x="484091" y="1228165"/>
            <a:ext cx="10883155" cy="5355312"/>
          </a:xfrm>
          <a:prstGeom prst="rect">
            <a:avLst/>
          </a:prstGeom>
          <a:noFill/>
        </p:spPr>
        <p:txBody>
          <a:bodyPr wrap="square" rtlCol="0">
            <a:spAutoFit/>
          </a:bodyPr>
          <a:lstStyle/>
          <a:p>
            <a:r>
              <a:rPr lang="de-DE" sz="1800" b="1" dirty="0">
                <a:solidFill>
                  <a:srgbClr val="92D050"/>
                </a:solidFill>
                <a:sym typeface="Wingdings 2" panose="05020102010507070707" pitchFamily="18" charset="2"/>
              </a:rPr>
              <a:t>  </a:t>
            </a:r>
            <a:r>
              <a:rPr lang="en-GB" sz="1800" b="0" i="0" dirty="0">
                <a:solidFill>
                  <a:schemeClr val="tx2">
                    <a:lumMod val="90000"/>
                    <a:lumOff val="10000"/>
                  </a:schemeClr>
                </a:solidFill>
                <a:effectLst/>
                <a:latin typeface="Slack-Lato"/>
              </a:rPr>
              <a:t>A precise commentary, which analyses the figure and provides a “business” opinion</a:t>
            </a:r>
          </a:p>
          <a:p>
            <a:pPr marL="285750" indent="-285750">
              <a:buFont typeface="Wingdings 2" panose="05020102010507070707" pitchFamily="18" charset="2"/>
              <a:buChar char="R"/>
            </a:pPr>
            <a:endParaRPr lang="en-GB" sz="1800" b="0" i="0" dirty="0">
              <a:solidFill>
                <a:schemeClr val="tx2">
                  <a:lumMod val="90000"/>
                  <a:lumOff val="10000"/>
                </a:schemeClr>
              </a:solidFill>
              <a:effectLst/>
              <a:latin typeface="Slack-Lato"/>
            </a:endParaRPr>
          </a:p>
          <a:p>
            <a:endParaRPr lang="en-GB" dirty="0">
              <a:solidFill>
                <a:schemeClr val="tx2">
                  <a:lumMod val="90000"/>
                  <a:lumOff val="10000"/>
                </a:schemeClr>
              </a:solidFill>
              <a:latin typeface="Slack-Lato"/>
            </a:endParaRPr>
          </a:p>
          <a:p>
            <a:pPr marL="342900" indent="-342900">
              <a:buFont typeface="+mj-lt"/>
              <a:buAutoNum type="arabicPeriod"/>
            </a:pPr>
            <a:r>
              <a:rPr lang="en-GB" dirty="0">
                <a:solidFill>
                  <a:schemeClr val="tx2">
                    <a:lumMod val="90000"/>
                    <a:lumOff val="10000"/>
                  </a:schemeClr>
                </a:solidFill>
                <a:latin typeface="Slack-Lato"/>
              </a:rPr>
              <a:t>There are many outliers; it is possible that work processes are not being followed correctly or are not described correctly.</a:t>
            </a:r>
          </a:p>
          <a:p>
            <a:pPr marL="342900" indent="-342900">
              <a:buFont typeface="+mj-lt"/>
              <a:buAutoNum type="arabicPeriod"/>
            </a:pPr>
            <a:r>
              <a:rPr lang="en-GB" dirty="0">
                <a:solidFill>
                  <a:schemeClr val="tx2">
                    <a:lumMod val="90000"/>
                    <a:lumOff val="10000"/>
                  </a:schemeClr>
                </a:solidFill>
                <a:latin typeface="Slack-Lato"/>
              </a:rPr>
              <a:t>Apparently, work assignments are often not assigned.</a:t>
            </a:r>
          </a:p>
          <a:p>
            <a:pPr marL="342900" indent="-342900">
              <a:buFont typeface="+mj-lt"/>
              <a:buAutoNum type="arabicPeriod"/>
            </a:pPr>
            <a:r>
              <a:rPr lang="en-GB" dirty="0">
                <a:solidFill>
                  <a:schemeClr val="tx2">
                    <a:lumMod val="90000"/>
                    <a:lumOff val="10000"/>
                  </a:schemeClr>
                </a:solidFill>
                <a:latin typeface="Slack-Lato"/>
              </a:rPr>
              <a:t>On average, a ticket takes two years to be closed!?</a:t>
            </a:r>
          </a:p>
          <a:p>
            <a:pPr marL="342900" indent="-342900">
              <a:buFont typeface="+mj-lt"/>
              <a:buAutoNum type="arabicPeriod"/>
            </a:pPr>
            <a:endParaRPr lang="en-GB" dirty="0">
              <a:solidFill>
                <a:schemeClr val="tx2">
                  <a:lumMod val="90000"/>
                  <a:lumOff val="10000"/>
                </a:schemeClr>
              </a:solidFill>
              <a:latin typeface="Slack-Lato"/>
            </a:endParaRPr>
          </a:p>
          <a:p>
            <a:r>
              <a:rPr lang="en-GB" dirty="0" err="1">
                <a:solidFill>
                  <a:schemeClr val="tx2">
                    <a:lumMod val="90000"/>
                    <a:lumOff val="10000"/>
                  </a:schemeClr>
                </a:solidFill>
                <a:latin typeface="Slack-Lato"/>
              </a:rPr>
              <a:t>Conculsion</a:t>
            </a:r>
            <a:r>
              <a:rPr lang="en-GB" dirty="0">
                <a:solidFill>
                  <a:schemeClr val="tx2">
                    <a:lumMod val="90000"/>
                    <a:lumOff val="10000"/>
                  </a:schemeClr>
                </a:solidFill>
                <a:latin typeface="Slack-Lato"/>
              </a:rPr>
              <a:t>:</a:t>
            </a:r>
          </a:p>
          <a:p>
            <a:endParaRPr lang="en-GB" dirty="0">
              <a:solidFill>
                <a:schemeClr val="tx2">
                  <a:lumMod val="90000"/>
                  <a:lumOff val="10000"/>
                </a:schemeClr>
              </a:solidFill>
              <a:latin typeface="Slack-Lato"/>
            </a:endParaRPr>
          </a:p>
          <a:p>
            <a:r>
              <a:rPr lang="en-GB" dirty="0">
                <a:solidFill>
                  <a:schemeClr val="tx2">
                    <a:lumMod val="90000"/>
                    <a:lumOff val="10000"/>
                  </a:schemeClr>
                </a:solidFill>
                <a:latin typeface="Slack-Lato"/>
              </a:rPr>
              <a:t>	All this is possible:</a:t>
            </a:r>
          </a:p>
          <a:p>
            <a:endParaRPr lang="en-GB" dirty="0">
              <a:solidFill>
                <a:schemeClr val="tx2">
                  <a:lumMod val="90000"/>
                  <a:lumOff val="10000"/>
                </a:schemeClr>
              </a:solidFill>
              <a:latin typeface="Slack-Lato"/>
            </a:endParaRPr>
          </a:p>
          <a:p>
            <a:pPr marL="1257300" lvl="2" indent="-342900">
              <a:buFont typeface="+mj-lt"/>
              <a:buAutoNum type="alphaLcParenR"/>
            </a:pPr>
            <a:r>
              <a:rPr lang="en-GB" dirty="0">
                <a:solidFill>
                  <a:schemeClr val="tx2">
                    <a:lumMod val="90000"/>
                    <a:lumOff val="10000"/>
                  </a:schemeClr>
                </a:solidFill>
              </a:rPr>
              <a:t>Reduction of throughput times</a:t>
            </a:r>
          </a:p>
          <a:p>
            <a:pPr marL="1257300" lvl="2" indent="-342900">
              <a:buFont typeface="+mj-lt"/>
              <a:buAutoNum type="alphaLcParenR"/>
            </a:pPr>
            <a:r>
              <a:rPr lang="en-GB" dirty="0">
                <a:solidFill>
                  <a:schemeClr val="tx2">
                    <a:lumMod val="90000"/>
                    <a:lumOff val="10000"/>
                  </a:schemeClr>
                </a:solidFill>
              </a:rPr>
              <a:t>Improving the quality of our service</a:t>
            </a:r>
          </a:p>
          <a:p>
            <a:pPr marL="1257300" lvl="2" indent="-342900">
              <a:buFont typeface="+mj-lt"/>
              <a:buAutoNum type="alphaLcParenR"/>
            </a:pPr>
            <a:r>
              <a:rPr lang="en-GB" dirty="0">
                <a:solidFill>
                  <a:schemeClr val="tx2">
                    <a:lumMod val="90000"/>
                    <a:lumOff val="10000"/>
                  </a:schemeClr>
                </a:solidFill>
              </a:rPr>
              <a:t>Better experience for our customers</a:t>
            </a:r>
          </a:p>
          <a:p>
            <a:pPr marL="1257300" lvl="2" indent="-342900">
              <a:buFont typeface="+mj-lt"/>
              <a:buAutoNum type="alphaLcParenR"/>
            </a:pPr>
            <a:r>
              <a:rPr lang="en-GB" dirty="0">
                <a:solidFill>
                  <a:schemeClr val="tx2">
                    <a:lumMod val="90000"/>
                    <a:lumOff val="10000"/>
                  </a:schemeClr>
                </a:solidFill>
              </a:rPr>
              <a:t>Cost reduction</a:t>
            </a:r>
          </a:p>
          <a:p>
            <a:pPr marL="1257300" lvl="2" indent="-342900">
              <a:buFont typeface="+mj-lt"/>
              <a:buAutoNum type="alphaLcParenR"/>
            </a:pPr>
            <a:r>
              <a:rPr lang="en-GB" dirty="0">
                <a:solidFill>
                  <a:schemeClr val="tx2">
                    <a:lumMod val="90000"/>
                    <a:lumOff val="10000"/>
                  </a:schemeClr>
                </a:solidFill>
              </a:rPr>
              <a:t>Margin improvement</a:t>
            </a:r>
            <a:endParaRPr lang="en-GB" dirty="0">
              <a:solidFill>
                <a:schemeClr val="tx2">
                  <a:lumMod val="90000"/>
                  <a:lumOff val="10000"/>
                </a:schemeClr>
              </a:solidFill>
              <a:latin typeface="Slack-Lato"/>
            </a:endParaRPr>
          </a:p>
          <a:p>
            <a:endParaRPr lang="en-GB" dirty="0">
              <a:solidFill>
                <a:schemeClr val="tx2">
                  <a:lumMod val="90000"/>
                  <a:lumOff val="10000"/>
                </a:schemeClr>
              </a:solidFill>
              <a:latin typeface="Slack-Lato"/>
            </a:endParaRPr>
          </a:p>
          <a:p>
            <a:r>
              <a:rPr lang="en-GB" sz="1800" b="0" i="0" dirty="0">
                <a:solidFill>
                  <a:schemeClr val="tx2">
                    <a:lumMod val="90000"/>
                    <a:lumOff val="10000"/>
                  </a:schemeClr>
                </a:solidFill>
                <a:effectLst/>
                <a:latin typeface="Slack-Lato"/>
              </a:rPr>
              <a:t>		</a:t>
            </a:r>
          </a:p>
        </p:txBody>
      </p:sp>
    </p:spTree>
    <p:extLst>
      <p:ext uri="{BB962C8B-B14F-4D97-AF65-F5344CB8AC3E}">
        <p14:creationId xmlns:p14="http://schemas.microsoft.com/office/powerpoint/2010/main" val="125054342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1333</Words>
  <Application>Microsoft Office PowerPoint</Application>
  <PresentationFormat>Widescreen</PresentationFormat>
  <Paragraphs>296</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Slack-Lato</vt:lpstr>
      <vt:lpstr>Wingdings</vt:lpstr>
      <vt:lpstr>Wingdings 2</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Gebert</dc:creator>
  <cp:lastModifiedBy>Christian Gebert</cp:lastModifiedBy>
  <cp:revision>4</cp:revision>
  <dcterms:created xsi:type="dcterms:W3CDTF">2026-01-16T08:54:50Z</dcterms:created>
  <dcterms:modified xsi:type="dcterms:W3CDTF">2026-01-18T16:18:27Z</dcterms:modified>
</cp:coreProperties>
</file>